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2" r:id="rId5"/>
    <p:sldId id="264" r:id="rId6"/>
    <p:sldId id="271" r:id="rId7"/>
    <p:sldId id="281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59" r:id="rId17"/>
    <p:sldId id="282" r:id="rId18"/>
    <p:sldId id="263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7"/>
    <p:restoredTop sz="62329"/>
  </p:normalViewPr>
  <p:slideViewPr>
    <p:cSldViewPr snapToGrid="0">
      <p:cViewPr>
        <p:scale>
          <a:sx n="127" d="100"/>
          <a:sy n="127" d="100"/>
        </p:scale>
        <p:origin x="1016" y="376"/>
      </p:cViewPr>
      <p:guideLst/>
    </p:cSldViewPr>
  </p:slideViewPr>
  <p:notesTextViewPr>
    <p:cViewPr>
      <p:scale>
        <a:sx n="140" d="100"/>
        <a:sy n="14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40D2A-CCF1-004F-9181-3BA8D2A3891D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A1ADA-859B-4249-A3DF-B8EF919E25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0662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Hi</a:t>
            </a:r>
            <a:r>
              <a:rPr lang="pt-BR" dirty="0"/>
              <a:t> </a:t>
            </a:r>
            <a:r>
              <a:rPr lang="pt-BR" dirty="0" err="1"/>
              <a:t>guys</a:t>
            </a:r>
            <a:r>
              <a:rPr lang="pt-BR" dirty="0"/>
              <a:t>, Today </a:t>
            </a:r>
            <a:r>
              <a:rPr lang="pt-BR" dirty="0" err="1"/>
              <a:t>I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talking</a:t>
            </a:r>
            <a:r>
              <a:rPr lang="pt-BR" dirty="0"/>
              <a:t> a bit </a:t>
            </a:r>
            <a:r>
              <a:rPr lang="pt-BR" dirty="0" err="1"/>
              <a:t>about</a:t>
            </a:r>
            <a:r>
              <a:rPr lang="pt-BR" dirty="0"/>
              <a:t> </a:t>
            </a:r>
            <a:r>
              <a:rPr lang="pt-BR" dirty="0" err="1"/>
              <a:t>prestoDb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799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EA9E-AC15-93AA-14EE-EEFA2F96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A696C86-9DD9-7284-CC19-67516EB88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E9C9C56-1750-FA8A-ED00-CBD673126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800" dirty="0"/>
              <a:t>Presto </a:t>
            </a:r>
            <a:r>
              <a:rPr lang="pt-BR" sz="1800" dirty="0" err="1"/>
              <a:t>is</a:t>
            </a:r>
            <a:r>
              <a:rPr lang="pt-BR" sz="1800" dirty="0"/>
              <a:t> a </a:t>
            </a:r>
            <a:r>
              <a:rPr lang="pt-BR" sz="1800" dirty="0" err="1"/>
              <a:t>distributed</a:t>
            </a:r>
            <a:r>
              <a:rPr lang="pt-BR" sz="1800" dirty="0"/>
              <a:t> SQL query </a:t>
            </a:r>
            <a:r>
              <a:rPr lang="pt-BR" sz="1800" dirty="0" err="1"/>
              <a:t>engine</a:t>
            </a:r>
            <a:r>
              <a:rPr lang="pt-BR" sz="1800" dirty="0"/>
              <a:t> for data </a:t>
            </a:r>
            <a:r>
              <a:rPr lang="pt-BR" sz="1800" dirty="0" err="1"/>
              <a:t>platform</a:t>
            </a:r>
            <a:r>
              <a:rPr lang="pt-BR" sz="1800" dirty="0"/>
              <a:t> </a:t>
            </a:r>
            <a:r>
              <a:rPr lang="pt-BR" sz="1800" dirty="0" err="1"/>
              <a:t>team</a:t>
            </a:r>
            <a:r>
              <a:rPr lang="pt-BR" sz="1800" dirty="0"/>
              <a:t>, </a:t>
            </a:r>
          </a:p>
          <a:p>
            <a:r>
              <a:rPr lang="pt-BR" sz="1800" dirty="0"/>
              <a:t>Presto </a:t>
            </a:r>
            <a:r>
              <a:rPr lang="pt-BR" sz="1800" dirty="0" err="1"/>
              <a:t>users</a:t>
            </a:r>
            <a:r>
              <a:rPr lang="pt-BR" sz="1800" dirty="0"/>
              <a:t> </a:t>
            </a:r>
            <a:r>
              <a:rPr lang="pt-BR" sz="1800" dirty="0" err="1"/>
              <a:t>can</a:t>
            </a:r>
            <a:r>
              <a:rPr lang="pt-BR" sz="1800" dirty="0"/>
              <a:t> </a:t>
            </a:r>
            <a:r>
              <a:rPr lang="pt-BR" sz="1800" dirty="0" err="1"/>
              <a:t>perform</a:t>
            </a:r>
            <a:r>
              <a:rPr lang="pt-BR" sz="1800" dirty="0"/>
              <a:t> </a:t>
            </a:r>
            <a:r>
              <a:rPr lang="pt-BR" sz="1800" dirty="0" err="1"/>
              <a:t>interactive</a:t>
            </a:r>
            <a:r>
              <a:rPr lang="pt-BR" sz="1800" dirty="0"/>
              <a:t> queries </a:t>
            </a:r>
            <a:r>
              <a:rPr lang="pt-BR" sz="1800" dirty="0" err="1"/>
              <a:t>on</a:t>
            </a:r>
            <a:r>
              <a:rPr lang="pt-BR" sz="1800" dirty="0"/>
              <a:t> data </a:t>
            </a:r>
            <a:r>
              <a:rPr lang="pt-BR" sz="1800" dirty="0" err="1"/>
              <a:t>Wherehouse</a:t>
            </a:r>
            <a:r>
              <a:rPr lang="pt-BR" sz="1800" dirty="0"/>
              <a:t> </a:t>
            </a:r>
            <a:r>
              <a:rPr lang="pt-BR" sz="1800" dirty="0" err="1"/>
              <a:t>using</a:t>
            </a:r>
            <a:r>
              <a:rPr lang="pt-BR" sz="1800" dirty="0"/>
              <a:t> ANSI SQL </a:t>
            </a:r>
            <a:r>
              <a:rPr lang="pt-BR" sz="1800" dirty="0" err="1"/>
              <a:t>across</a:t>
            </a:r>
            <a:r>
              <a:rPr lang="pt-BR" sz="1800" dirty="0"/>
              <a:t> </a:t>
            </a:r>
            <a:r>
              <a:rPr lang="pt-BR" sz="1800" dirty="0" err="1"/>
              <a:t>diverse</a:t>
            </a:r>
            <a:r>
              <a:rPr lang="pt-BR" sz="1800" dirty="0"/>
              <a:t> </a:t>
            </a:r>
            <a:r>
              <a:rPr lang="pt-BR" sz="1800" dirty="0" err="1"/>
              <a:t>sources</a:t>
            </a:r>
            <a:r>
              <a:rPr lang="pt-BR" sz="1800" dirty="0"/>
              <a:t>. </a:t>
            </a:r>
          </a:p>
          <a:p>
            <a:r>
              <a:rPr lang="pt-BR" sz="1800" dirty="0"/>
              <a:t>Presto </a:t>
            </a:r>
            <a:r>
              <a:rPr lang="pt-BR" sz="1800" dirty="0" err="1"/>
              <a:t>was</a:t>
            </a:r>
            <a:r>
              <a:rPr lang="pt-BR" sz="1800" dirty="0"/>
              <a:t> </a:t>
            </a:r>
            <a:r>
              <a:rPr lang="pt-BR" sz="1800" dirty="0" err="1"/>
              <a:t>designed</a:t>
            </a:r>
            <a:r>
              <a:rPr lang="pt-BR" sz="1800" dirty="0"/>
              <a:t> </a:t>
            </a:r>
            <a:r>
              <a:rPr lang="pt-BR" sz="1800" dirty="0" err="1"/>
              <a:t>to</a:t>
            </a:r>
            <a:r>
              <a:rPr lang="pt-BR" sz="1800" dirty="0"/>
              <a:t> solve </a:t>
            </a:r>
            <a:r>
              <a:rPr lang="pt-BR" sz="1800" dirty="0" err="1"/>
              <a:t>the</a:t>
            </a:r>
            <a:r>
              <a:rPr lang="pt-BR" sz="1800" dirty="0"/>
              <a:t> </a:t>
            </a:r>
            <a:r>
              <a:rPr lang="pt-BR" sz="1800" dirty="0" err="1"/>
              <a:t>problem</a:t>
            </a:r>
            <a:r>
              <a:rPr lang="pt-BR" sz="1800" dirty="0"/>
              <a:t> </a:t>
            </a:r>
            <a:r>
              <a:rPr lang="pt-BR" sz="1800" dirty="0" err="1"/>
              <a:t>of</a:t>
            </a:r>
            <a:r>
              <a:rPr lang="pt-BR" sz="1800" dirty="0"/>
              <a:t> </a:t>
            </a:r>
            <a:r>
              <a:rPr lang="pt-BR" sz="1800" dirty="0" err="1"/>
              <a:t>ensuring</a:t>
            </a:r>
            <a:r>
              <a:rPr lang="pt-BR" sz="1800" dirty="0"/>
              <a:t> </a:t>
            </a:r>
            <a:r>
              <a:rPr lang="pt-BR" sz="1800" dirty="0" err="1"/>
              <a:t>large-scale</a:t>
            </a:r>
            <a:r>
              <a:rPr lang="pt-BR" sz="1800" dirty="0"/>
              <a:t> queries </a:t>
            </a:r>
            <a:r>
              <a:rPr lang="pt-BR" sz="1800" dirty="0" err="1"/>
              <a:t>would</a:t>
            </a:r>
            <a:r>
              <a:rPr lang="pt-BR" sz="1800" dirty="0"/>
              <a:t> </a:t>
            </a:r>
            <a:r>
              <a:rPr lang="pt-BR" sz="1800" dirty="0" err="1"/>
              <a:t>return</a:t>
            </a:r>
            <a:r>
              <a:rPr lang="pt-BR" sz="1800" dirty="0"/>
              <a:t> in </a:t>
            </a:r>
            <a:r>
              <a:rPr lang="pt-BR" sz="1800" dirty="0" err="1"/>
              <a:t>less</a:t>
            </a:r>
            <a:r>
              <a:rPr lang="pt-BR" sz="1800" dirty="0"/>
              <a:t> </a:t>
            </a:r>
            <a:r>
              <a:rPr lang="pt-BR" sz="1800" dirty="0" err="1"/>
              <a:t>than</a:t>
            </a:r>
            <a:r>
              <a:rPr lang="pt-BR" sz="1800" dirty="0"/>
              <a:t> a minute Rather </a:t>
            </a:r>
            <a:r>
              <a:rPr lang="pt-BR" sz="1800" dirty="0" err="1"/>
              <a:t>then</a:t>
            </a:r>
            <a:r>
              <a:rPr lang="pt-BR" sz="1800" dirty="0"/>
              <a:t> hours. </a:t>
            </a:r>
          </a:p>
          <a:p>
            <a:r>
              <a:rPr lang="pt-BR" sz="1800" dirty="0"/>
              <a:t>As a </a:t>
            </a:r>
            <a:r>
              <a:rPr lang="pt-BR" sz="1800" dirty="0" err="1"/>
              <a:t>result</a:t>
            </a:r>
            <a:r>
              <a:rPr lang="pt-BR" sz="1800" dirty="0"/>
              <a:t> presto </a:t>
            </a:r>
            <a:r>
              <a:rPr lang="pt-BR" sz="1800" dirty="0" err="1"/>
              <a:t>is</a:t>
            </a:r>
            <a:r>
              <a:rPr lang="pt-BR" sz="1800" dirty="0"/>
              <a:t> </a:t>
            </a:r>
            <a:r>
              <a:rPr lang="pt-BR" sz="1800" dirty="0" err="1"/>
              <a:t>highly</a:t>
            </a:r>
            <a:r>
              <a:rPr lang="pt-BR" sz="1800" dirty="0"/>
              <a:t> </a:t>
            </a:r>
            <a:r>
              <a:rPr lang="pt-BR" sz="1800" dirty="0" err="1"/>
              <a:t>scalable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/>
              <a:t>extensible</a:t>
            </a:r>
            <a:r>
              <a:rPr lang="pt-BR" sz="1800" dirty="0"/>
              <a:t> </a:t>
            </a:r>
            <a:r>
              <a:rPr lang="pt-BR" sz="1800" dirty="0" err="1"/>
              <a:t>using</a:t>
            </a:r>
            <a:r>
              <a:rPr lang="pt-BR" sz="1800" dirty="0"/>
              <a:t> </a:t>
            </a:r>
            <a:r>
              <a:rPr lang="pt-BR" sz="1800" dirty="0" err="1"/>
              <a:t>connectors</a:t>
            </a:r>
            <a:r>
              <a:rPr lang="pt-BR" sz="1800" dirty="0"/>
              <a:t> for diferente data </a:t>
            </a:r>
            <a:r>
              <a:rPr lang="pt-BR" sz="1800" dirty="0" err="1"/>
              <a:t>sources</a:t>
            </a:r>
            <a:r>
              <a:rPr lang="pt-BR" sz="1800" dirty="0"/>
              <a:t>, </a:t>
            </a:r>
          </a:p>
          <a:p>
            <a:r>
              <a:rPr lang="pt-BR" sz="1800" dirty="0" err="1"/>
              <a:t>also</a:t>
            </a:r>
            <a:r>
              <a:rPr lang="pt-BR" sz="1800" dirty="0"/>
              <a:t> </a:t>
            </a:r>
            <a:r>
              <a:rPr lang="pt-BR" sz="1800" dirty="0" err="1"/>
              <a:t>is</a:t>
            </a:r>
            <a:r>
              <a:rPr lang="pt-BR" sz="1800" dirty="0"/>
              <a:t> open </a:t>
            </a:r>
            <a:r>
              <a:rPr lang="pt-BR" sz="1800" dirty="0" err="1"/>
              <a:t>source</a:t>
            </a:r>
            <a:r>
              <a:rPr lang="pt-BR" sz="1800" dirty="0"/>
              <a:t> tool </a:t>
            </a:r>
            <a:r>
              <a:rPr lang="pt-BR" sz="1800" dirty="0" err="1"/>
              <a:t>danated</a:t>
            </a:r>
            <a:r>
              <a:rPr lang="pt-BR" sz="1800" dirty="0"/>
              <a:t> </a:t>
            </a:r>
            <a:r>
              <a:rPr lang="pt-BR" sz="1800" dirty="0" err="1"/>
              <a:t>by</a:t>
            </a:r>
            <a:r>
              <a:rPr lang="pt-BR" sz="1800" dirty="0"/>
              <a:t> </a:t>
            </a:r>
            <a:r>
              <a:rPr lang="pt-BR" sz="1800" dirty="0" err="1"/>
              <a:t>facebook</a:t>
            </a:r>
            <a:r>
              <a:rPr lang="pt-BR" sz="1800" dirty="0"/>
              <a:t> </a:t>
            </a:r>
            <a:r>
              <a:rPr lang="pt-BR" sz="1800" dirty="0" err="1"/>
              <a:t>to</a:t>
            </a:r>
            <a:r>
              <a:rPr lang="pt-BR" sz="1800" dirty="0"/>
              <a:t> Linux </a:t>
            </a:r>
            <a:r>
              <a:rPr lang="pt-BR" sz="1800" dirty="0" err="1"/>
              <a:t>foundation</a:t>
            </a:r>
            <a:r>
              <a:rPr lang="pt-BR" sz="1800" dirty="0"/>
              <a:t> in 2019.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8D2ED8-D715-4CC5-1056-C886B780E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455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D3C6-BC54-36F7-86DA-D9BCBBB40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A217C3-4D7C-17B2-23AC-A9D4C8D9C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4EEC207-4BA3-A3D6-1A7A-1340307ED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architecture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presto DB,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plug in </a:t>
            </a:r>
            <a:r>
              <a:rPr lang="pt-BR" dirty="0" err="1"/>
              <a:t>your</a:t>
            </a:r>
            <a:r>
              <a:rPr lang="pt-BR" dirty="0"/>
              <a:t> BI dashboards </a:t>
            </a:r>
            <a:r>
              <a:rPr lang="pt-BR" dirty="0" err="1"/>
              <a:t>into</a:t>
            </a:r>
            <a:r>
              <a:rPr lang="pt-BR" dirty="0"/>
              <a:t> a Presto cluster </a:t>
            </a:r>
            <a:r>
              <a:rPr lang="pt-BR" dirty="0" err="1"/>
              <a:t>and</a:t>
            </a:r>
            <a:r>
              <a:rPr lang="pt-BR" dirty="0"/>
              <a:t> presto take </a:t>
            </a:r>
            <a:r>
              <a:rPr lang="pt-BR" dirty="0" err="1"/>
              <a:t>care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processing</a:t>
            </a:r>
            <a:r>
              <a:rPr lang="pt-BR" dirty="0"/>
              <a:t> </a:t>
            </a:r>
            <a:r>
              <a:rPr lang="pt-BR" dirty="0" err="1"/>
              <a:t>petabytes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data </a:t>
            </a:r>
            <a:r>
              <a:rPr lang="pt-BR" dirty="0" err="1"/>
              <a:t>across</a:t>
            </a:r>
            <a:r>
              <a:rPr lang="pt-BR" dirty="0"/>
              <a:t> diferente data </a:t>
            </a:r>
            <a:r>
              <a:rPr lang="pt-BR" dirty="0" err="1"/>
              <a:t>sources</a:t>
            </a:r>
            <a:endParaRPr lang="pt-BR" dirty="0"/>
          </a:p>
          <a:p>
            <a:r>
              <a:rPr lang="pt-BR" dirty="0" err="1"/>
              <a:t>with</a:t>
            </a:r>
            <a:r>
              <a:rPr lang="pt-BR" dirty="0"/>
              <a:t> ANSI SQL</a:t>
            </a:r>
          </a:p>
          <a:p>
            <a:endParaRPr lang="pt-BR" dirty="0"/>
          </a:p>
          <a:p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how</a:t>
            </a:r>
            <a:r>
              <a:rPr lang="pt-BR" dirty="0"/>
              <a:t> it </a:t>
            </a:r>
            <a:r>
              <a:rPr lang="pt-BR" dirty="0" err="1"/>
              <a:t>workin</a:t>
            </a:r>
            <a:r>
              <a:rPr lang="pt-BR" dirty="0"/>
              <a:t> in </a:t>
            </a:r>
            <a:r>
              <a:rPr lang="pt-BR" dirty="0" err="1"/>
              <a:t>fact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C89545-A72B-8C6B-A160-203D35C48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5656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254A4-0899-4608-0DC4-348E8115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E5F3C5-AEE7-1C68-7D2A-C6DC5CAE9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954206B-8A8F-8D76-FCA5-2A3C3FB10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Lets</a:t>
            </a:r>
            <a:r>
              <a:rPr lang="pt-BR" dirty="0"/>
              <a:t> </a:t>
            </a:r>
            <a:r>
              <a:rPr lang="pt-BR" dirty="0" err="1"/>
              <a:t>say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need</a:t>
            </a:r>
            <a:r>
              <a:rPr lang="pt-BR" dirty="0"/>
              <a:t> some </a:t>
            </a:r>
            <a:r>
              <a:rPr lang="pt-BR" dirty="0" err="1"/>
              <a:t>information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multiple</a:t>
            </a:r>
            <a:r>
              <a:rPr lang="pt-BR" dirty="0"/>
              <a:t> data </a:t>
            </a:r>
            <a:r>
              <a:rPr lang="pt-BR" dirty="0" err="1"/>
              <a:t>sources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need</a:t>
            </a:r>
            <a:r>
              <a:rPr lang="pt-BR" dirty="0"/>
              <a:t> it </a:t>
            </a:r>
            <a:r>
              <a:rPr lang="pt-BR" dirty="0" err="1"/>
              <a:t>across</a:t>
            </a:r>
            <a:r>
              <a:rPr lang="pt-BR" dirty="0"/>
              <a:t> </a:t>
            </a:r>
            <a:r>
              <a:rPr lang="pt-BR" dirty="0" err="1"/>
              <a:t>petabytes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data. </a:t>
            </a:r>
          </a:p>
          <a:p>
            <a:endParaRPr lang="pt-BR" dirty="0"/>
          </a:p>
          <a:p>
            <a:r>
              <a:rPr lang="pt-BR" dirty="0" err="1"/>
              <a:t>Under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hood</a:t>
            </a:r>
            <a:r>
              <a:rPr lang="pt-BR" dirty="0"/>
              <a:t> </a:t>
            </a:r>
            <a:r>
              <a:rPr lang="pt-BR" dirty="0" err="1"/>
              <a:t>how</a:t>
            </a:r>
            <a:r>
              <a:rPr lang="pt-BR" dirty="0"/>
              <a:t> presto </a:t>
            </a:r>
            <a:r>
              <a:rPr lang="pt-BR" dirty="0" err="1"/>
              <a:t>works</a:t>
            </a:r>
            <a:r>
              <a:rPr lang="pt-BR" dirty="0"/>
              <a:t> </a:t>
            </a:r>
            <a:r>
              <a:rPr lang="pt-BR" dirty="0" err="1"/>
              <a:t>after</a:t>
            </a:r>
            <a:r>
              <a:rPr lang="pt-BR" dirty="0"/>
              <a:t> </a:t>
            </a:r>
            <a:r>
              <a:rPr lang="pt-BR" dirty="0" err="1"/>
              <a:t>create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cluster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connect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data </a:t>
            </a:r>
            <a:r>
              <a:rPr lang="pt-BR" dirty="0" err="1"/>
              <a:t>sources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need</a:t>
            </a:r>
            <a:r>
              <a:rPr lang="pt-BR" dirty="0"/>
              <a:t>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0BEA47-7070-1A99-4544-3DF8A3E6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785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10D35-BD26-7E44-AC96-6B3E342B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77745D3-B353-8462-5578-6388A39C6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F6DE29-444C-31F0-88AD-217104E2C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First</a:t>
            </a:r>
            <a:r>
              <a:rPr lang="pt-BR" dirty="0"/>
              <a:t> a </a:t>
            </a:r>
            <a:r>
              <a:rPr lang="pt-BR" dirty="0" err="1"/>
              <a:t>coordinator</a:t>
            </a:r>
            <a:r>
              <a:rPr lang="pt-BR" dirty="0"/>
              <a:t> takes </a:t>
            </a:r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statement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parses </a:t>
            </a:r>
            <a:r>
              <a:rPr lang="pt-BR" dirty="0" err="1"/>
              <a:t>into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DC401E-8B3D-0266-700A-18B1342F6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663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BF8B5-430A-13B2-722F-25AE2C02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952E5A-BC92-70DB-BDFB-FCCDE4A17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16C9228-2F29-B25A-03A4-493DD21F4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query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C786E2-D9C3-5008-798A-62DE53F98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062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C139E-6617-F904-8C24-0F331E97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9234BA-37DF-69E6-EC36-5E44AE209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2D06316-CA6C-60EC-B39B-23C0FAD47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The </a:t>
            </a:r>
            <a:r>
              <a:rPr lang="pt-BR" dirty="0" err="1"/>
              <a:t>internal</a:t>
            </a:r>
            <a:r>
              <a:rPr lang="pt-BR" dirty="0"/>
              <a:t> </a:t>
            </a:r>
            <a:r>
              <a:rPr lang="pt-BR" dirty="0" err="1"/>
              <a:t>planner</a:t>
            </a:r>
            <a:r>
              <a:rPr lang="pt-BR" dirty="0"/>
              <a:t> </a:t>
            </a:r>
            <a:r>
              <a:rPr lang="pt-BR" dirty="0" err="1"/>
              <a:t>generate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optimized</a:t>
            </a:r>
            <a:r>
              <a:rPr lang="pt-BR" dirty="0"/>
              <a:t> </a:t>
            </a:r>
            <a:r>
              <a:rPr lang="pt-BR" dirty="0" err="1"/>
              <a:t>plan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D736A8-F3D3-7C02-D9F4-262FA4C44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0088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EAA25-6740-4A1C-2CBC-E33B27E5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A1B8AA8-E3B2-67D0-85EC-1D13A0D96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D137B7-F82A-87FC-D0B2-62048ACB0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in a series </a:t>
            </a:r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dirty="0" err="1"/>
              <a:t>stages</a:t>
            </a:r>
            <a:r>
              <a:rPr lang="pt-BR" dirty="0"/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473BD0-A60B-F136-1665-E14AC987A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799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017D7-16FF-3261-00BE-68FF3903A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001E70-6652-F558-D62A-6DB1367B3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953171-F9FF-2629-05EB-77F5E8A2E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stages</a:t>
            </a:r>
            <a:r>
              <a:rPr lang="pt-BR" dirty="0"/>
              <a:t> </a:t>
            </a:r>
            <a:r>
              <a:rPr lang="pt-BR" dirty="0" err="1"/>
              <a:t>transforms</a:t>
            </a:r>
            <a:r>
              <a:rPr lang="pt-BR" dirty="0"/>
              <a:t> it in </a:t>
            </a:r>
            <a:r>
              <a:rPr lang="pt-BR" dirty="0" err="1"/>
              <a:t>separated</a:t>
            </a:r>
            <a:r>
              <a:rPr lang="pt-BR" dirty="0"/>
              <a:t> </a:t>
            </a:r>
            <a:r>
              <a:rPr lang="pt-BR" dirty="0" err="1"/>
              <a:t>tasks</a:t>
            </a:r>
            <a:r>
              <a:rPr lang="pt-BR" dirty="0"/>
              <a:t>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DBA164-D209-A611-BB0A-81576F3B4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694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97C9E-4EFC-8CD4-B39E-3CA180F3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10EC8C-F599-9A1E-A490-B3D459BBC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34B9856-096A-88AB-AC3D-9E6CFC888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Tasks</a:t>
            </a:r>
            <a:r>
              <a:rPr lang="pt-BR" dirty="0"/>
              <a:t> are </a:t>
            </a:r>
            <a:r>
              <a:rPr lang="pt-BR" dirty="0" err="1"/>
              <a:t>assigned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Workers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process</a:t>
            </a:r>
            <a:r>
              <a:rPr lang="pt-BR" dirty="0"/>
              <a:t> as </a:t>
            </a:r>
            <a:r>
              <a:rPr lang="pt-BR" dirty="0" err="1"/>
              <a:t>parallel</a:t>
            </a:r>
            <a:r>
              <a:rPr lang="pt-BR" dirty="0"/>
              <a:t> </a:t>
            </a:r>
            <a:r>
              <a:rPr lang="pt-BR" dirty="0" err="1"/>
              <a:t>possible</a:t>
            </a:r>
            <a:endParaRPr lang="pt-BR" dirty="0"/>
          </a:p>
          <a:p>
            <a:r>
              <a:rPr lang="pt-BR" dirty="0"/>
              <a:t>Workers use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right</a:t>
            </a:r>
            <a:r>
              <a:rPr lang="pt-BR" dirty="0"/>
              <a:t> conector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pull</a:t>
            </a:r>
            <a:r>
              <a:rPr lang="pt-BR" dirty="0"/>
              <a:t> data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source</a:t>
            </a:r>
            <a:r>
              <a:rPr lang="pt-BR" dirty="0"/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1C6FAE-2EF0-F34C-A431-4F6D85E5C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869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64C21-F633-6EF0-59A0-612B954FE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DCF5A30-D991-CCE1-A3D2-DEBED1E57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83438FA-03AC-8F41-8956-6C84662FB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Each</a:t>
            </a:r>
            <a:r>
              <a:rPr lang="pt-BR" dirty="0"/>
              <a:t> </a:t>
            </a:r>
            <a:r>
              <a:rPr lang="pt-BR" dirty="0" err="1"/>
              <a:t>tasks</a:t>
            </a:r>
            <a:r>
              <a:rPr lang="pt-BR" dirty="0"/>
              <a:t> </a:t>
            </a:r>
            <a:r>
              <a:rPr lang="pt-BR" dirty="0" err="1"/>
              <a:t>has</a:t>
            </a:r>
            <a:r>
              <a:rPr lang="pt-BR" dirty="0"/>
              <a:t> </a:t>
            </a:r>
            <a:r>
              <a:rPr lang="pt-BR" dirty="0" err="1"/>
              <a:t>an</a:t>
            </a:r>
            <a:r>
              <a:rPr lang="pt-BR" dirty="0"/>
              <a:t> output </a:t>
            </a:r>
            <a:r>
              <a:rPr lang="pt-BR" dirty="0" err="1"/>
              <a:t>returned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a </a:t>
            </a:r>
            <a:r>
              <a:rPr lang="pt-BR" dirty="0" err="1"/>
              <a:t>worker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8B0D10-6124-789F-A520-03811DAAA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031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29456-B40A-245B-8766-D42229DC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34047FB-3BB6-EA97-ABF7-5374EE67F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9F2C96-3481-3A4F-3E8F-0C2C5F491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until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stage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completed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79DAC0-15BC-01E3-68FD-E7AC6AE63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5442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F8E55-C128-F68A-F187-1AA54AE3C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04DA32-8A6E-A730-5349-8BBC8C159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1EC8F2-E049-F5B0-6575-13396D00E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Then</a:t>
            </a:r>
            <a:r>
              <a:rPr lang="pt-BR" dirty="0"/>
              <a:t> </a:t>
            </a:r>
            <a:r>
              <a:rPr lang="pt-BR" dirty="0" err="1"/>
              <a:t>stages</a:t>
            </a:r>
            <a:r>
              <a:rPr lang="pt-BR" dirty="0"/>
              <a:t> output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returned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final </a:t>
            </a:r>
            <a:r>
              <a:rPr lang="pt-BR" dirty="0" err="1"/>
              <a:t>worker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next</a:t>
            </a:r>
            <a:r>
              <a:rPr lang="pt-BR" dirty="0"/>
              <a:t> </a:t>
            </a:r>
            <a:r>
              <a:rPr lang="pt-BR" dirty="0" err="1"/>
              <a:t>stage</a:t>
            </a:r>
            <a:r>
              <a:rPr lang="pt-BR" dirty="0"/>
              <a:t>, </a:t>
            </a:r>
            <a:r>
              <a:rPr lang="pt-BR" dirty="0" err="1"/>
              <a:t>where</a:t>
            </a:r>
            <a:r>
              <a:rPr lang="pt-BR" dirty="0"/>
              <a:t> </a:t>
            </a:r>
            <a:r>
              <a:rPr lang="pt-BR" dirty="0" err="1"/>
              <a:t>another</a:t>
            </a:r>
            <a:r>
              <a:rPr lang="pt-BR" dirty="0"/>
              <a:t> series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tasks</a:t>
            </a:r>
            <a:r>
              <a:rPr lang="pt-BR" dirty="0"/>
              <a:t> must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executed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87CF31-3D98-0B2B-9075-90A04AEBA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9882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EF02-E406-50B3-0440-5A88AAA8D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67A3A4-1913-EFA2-D01A-683BEA487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ED7945-82FB-8EA8-4539-48A8D445C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The </a:t>
            </a:r>
            <a:r>
              <a:rPr lang="pt-BR" dirty="0" err="1"/>
              <a:t>results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stages</a:t>
            </a:r>
            <a:r>
              <a:rPr lang="pt-BR" dirty="0"/>
              <a:t> are </a:t>
            </a:r>
            <a:r>
              <a:rPr lang="pt-BR" dirty="0" err="1"/>
              <a:t>combined</a:t>
            </a:r>
            <a:r>
              <a:rPr lang="pt-BR" dirty="0"/>
              <a:t>,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BE9483-39DD-C0B5-8BD5-06926B0A1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393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C79AD-E3B5-8D88-4128-CD6FB4C4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FCB8CBB-890B-A63A-8D52-DD8BE1C13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B8E6456-998A-DC32-27C1-BFF891EC7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returnig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result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coordinator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finally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client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63B77A-0319-EC14-FFAE-997E5FC71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6044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689B1-FBEA-2A9F-C4B4-4E6A48877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429929-6219-396E-17A4-A1060AA8A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FF1B9B-D1E2-30CA-846E-497538BCF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Pros</a:t>
            </a:r>
          </a:p>
          <a:p>
            <a:r>
              <a:rPr lang="pt-BR" dirty="0" err="1"/>
              <a:t>Federated</a:t>
            </a:r>
            <a:r>
              <a:rPr lang="pt-BR" dirty="0"/>
              <a:t> queries: </a:t>
            </a:r>
            <a:r>
              <a:rPr lang="pt-BR" dirty="0" err="1"/>
              <a:t>Allows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run</a:t>
            </a:r>
            <a:r>
              <a:rPr lang="pt-BR" dirty="0"/>
              <a:t> a single SQL query </a:t>
            </a:r>
            <a:r>
              <a:rPr lang="pt-BR" dirty="0" err="1"/>
              <a:t>across</a:t>
            </a:r>
            <a:r>
              <a:rPr lang="pt-BR" dirty="0"/>
              <a:t> </a:t>
            </a:r>
            <a:r>
              <a:rPr lang="pt-BR" dirty="0" err="1"/>
              <a:t>multiple</a:t>
            </a:r>
            <a:r>
              <a:rPr lang="pt-BR" dirty="0"/>
              <a:t> data </a:t>
            </a:r>
            <a:r>
              <a:rPr lang="pt-BR" dirty="0" err="1"/>
              <a:t>sources</a:t>
            </a:r>
            <a:r>
              <a:rPr lang="pt-BR" dirty="0"/>
              <a:t> like data </a:t>
            </a:r>
            <a:r>
              <a:rPr lang="pt-BR" dirty="0" err="1"/>
              <a:t>lakes</a:t>
            </a:r>
            <a:r>
              <a:rPr lang="pt-BR" dirty="0"/>
              <a:t>, </a:t>
            </a:r>
            <a:r>
              <a:rPr lang="pt-BR" dirty="0" err="1"/>
              <a:t>NoSQL</a:t>
            </a:r>
            <a:r>
              <a:rPr lang="pt-BR" dirty="0"/>
              <a:t> </a:t>
            </a:r>
            <a:r>
              <a:rPr lang="pt-BR" dirty="0" err="1"/>
              <a:t>databases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more, </a:t>
            </a:r>
            <a:r>
              <a:rPr lang="pt-BR" dirty="0" err="1"/>
              <a:t>eliminating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need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move data.</a:t>
            </a:r>
          </a:p>
          <a:p>
            <a:r>
              <a:rPr lang="pt-BR" dirty="0"/>
              <a:t>High performance: </a:t>
            </a:r>
            <a:r>
              <a:rPr lang="pt-BR" dirty="0" err="1"/>
              <a:t>Designed</a:t>
            </a:r>
            <a:r>
              <a:rPr lang="pt-BR" dirty="0"/>
              <a:t> for fast, </a:t>
            </a:r>
            <a:r>
              <a:rPr lang="pt-BR" dirty="0" err="1"/>
              <a:t>in-memory</a:t>
            </a:r>
            <a:r>
              <a:rPr lang="pt-BR" dirty="0"/>
              <a:t> </a:t>
            </a:r>
            <a:r>
              <a:rPr lang="pt-BR" dirty="0" err="1"/>
              <a:t>processing</a:t>
            </a:r>
            <a:r>
              <a:rPr lang="pt-BR" dirty="0"/>
              <a:t>, making it ideal for </a:t>
            </a:r>
            <a:r>
              <a:rPr lang="pt-BR" dirty="0" err="1"/>
              <a:t>interactive</a:t>
            </a:r>
            <a:r>
              <a:rPr lang="pt-BR" dirty="0"/>
              <a:t> </a:t>
            </a:r>
            <a:r>
              <a:rPr lang="pt-BR" dirty="0" err="1"/>
              <a:t>analytics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delivering</a:t>
            </a:r>
            <a:r>
              <a:rPr lang="pt-BR" dirty="0"/>
              <a:t> </a:t>
            </a:r>
            <a:r>
              <a:rPr lang="pt-BR" dirty="0" err="1"/>
              <a:t>quick</a:t>
            </a:r>
            <a:r>
              <a:rPr lang="pt-BR" dirty="0"/>
              <a:t> </a:t>
            </a:r>
            <a:r>
              <a:rPr lang="pt-BR" dirty="0" err="1"/>
              <a:t>results</a:t>
            </a:r>
            <a:r>
              <a:rPr lang="pt-BR" dirty="0"/>
              <a:t>.</a:t>
            </a:r>
          </a:p>
          <a:p>
            <a:r>
              <a:rPr lang="pt-BR" dirty="0" err="1"/>
              <a:t>Scalability</a:t>
            </a:r>
            <a:r>
              <a:rPr lang="pt-BR" dirty="0"/>
              <a:t>: </a:t>
            </a:r>
            <a:r>
              <a:rPr lang="pt-BR" dirty="0" err="1"/>
              <a:t>Capable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handling</a:t>
            </a:r>
            <a:r>
              <a:rPr lang="pt-BR" dirty="0"/>
              <a:t> </a:t>
            </a:r>
            <a:r>
              <a:rPr lang="pt-BR" dirty="0" err="1"/>
              <a:t>both</a:t>
            </a:r>
            <a:r>
              <a:rPr lang="pt-BR" dirty="0"/>
              <a:t> </a:t>
            </a:r>
            <a:r>
              <a:rPr lang="pt-BR" dirty="0" err="1"/>
              <a:t>small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large</a:t>
            </a:r>
            <a:r>
              <a:rPr lang="pt-BR" dirty="0"/>
              <a:t> </a:t>
            </a:r>
            <a:r>
              <a:rPr lang="pt-BR" dirty="0" err="1"/>
              <a:t>datasets</a:t>
            </a:r>
            <a:r>
              <a:rPr lang="pt-BR" dirty="0"/>
              <a:t>, </a:t>
            </a:r>
            <a:r>
              <a:rPr lang="pt-BR" dirty="0" err="1"/>
              <a:t>scaling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tiny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petabytes</a:t>
            </a:r>
            <a:r>
              <a:rPr lang="pt-BR" dirty="0"/>
              <a:t>.</a:t>
            </a:r>
          </a:p>
          <a:p>
            <a:r>
              <a:rPr lang="pt-BR" dirty="0"/>
              <a:t>Open-</a:t>
            </a:r>
            <a:r>
              <a:rPr lang="pt-BR" dirty="0" err="1"/>
              <a:t>source</a:t>
            </a:r>
            <a:r>
              <a:rPr lang="pt-BR" dirty="0"/>
              <a:t>: A </a:t>
            </a:r>
            <a:r>
              <a:rPr lang="pt-BR" dirty="0" err="1"/>
              <a:t>community-driven</a:t>
            </a:r>
            <a:r>
              <a:rPr lang="pt-BR" dirty="0"/>
              <a:t>, open-</a:t>
            </a:r>
            <a:r>
              <a:rPr lang="pt-BR" dirty="0" err="1"/>
              <a:t>source</a:t>
            </a:r>
            <a:r>
              <a:rPr lang="pt-BR" dirty="0"/>
              <a:t> </a:t>
            </a:r>
            <a:r>
              <a:rPr lang="pt-BR" dirty="0" err="1"/>
              <a:t>project</a:t>
            </a:r>
            <a:r>
              <a:rPr lang="pt-BR" dirty="0"/>
              <a:t> </a:t>
            </a:r>
            <a:r>
              <a:rPr lang="pt-BR" dirty="0" err="1"/>
              <a:t>under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Linux Foundation. </a:t>
            </a:r>
          </a:p>
          <a:p>
            <a:endParaRPr lang="pt-BR" dirty="0"/>
          </a:p>
          <a:p>
            <a:r>
              <a:rPr lang="pt-BR" dirty="0" err="1"/>
              <a:t>Cons</a:t>
            </a:r>
            <a:endParaRPr lang="pt-BR" dirty="0"/>
          </a:p>
          <a:p>
            <a:r>
              <a:rPr lang="pt-BR" dirty="0" err="1"/>
              <a:t>Memory-intensive</a:t>
            </a:r>
            <a:r>
              <a:rPr lang="pt-BR" dirty="0"/>
              <a:t>: </a:t>
            </a:r>
            <a:r>
              <a:rPr lang="pt-BR" dirty="0" err="1"/>
              <a:t>Relies</a:t>
            </a:r>
            <a:r>
              <a:rPr lang="pt-BR" dirty="0"/>
              <a:t> </a:t>
            </a:r>
            <a:r>
              <a:rPr lang="pt-BR" dirty="0" err="1"/>
              <a:t>heavily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memory</a:t>
            </a:r>
            <a:r>
              <a:rPr lang="pt-BR" dirty="0"/>
              <a:t> for </a:t>
            </a:r>
            <a:r>
              <a:rPr lang="pt-BR" dirty="0" err="1"/>
              <a:t>processing</a:t>
            </a:r>
            <a:r>
              <a:rPr lang="pt-BR" dirty="0"/>
              <a:t>, </a:t>
            </a:r>
            <a:r>
              <a:rPr lang="pt-BR" dirty="0" err="1"/>
              <a:t>which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a </a:t>
            </a:r>
            <a:r>
              <a:rPr lang="pt-BR" dirty="0" err="1"/>
              <a:t>bottleneck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makes it </a:t>
            </a:r>
            <a:r>
              <a:rPr lang="pt-BR" dirty="0" err="1"/>
              <a:t>less</a:t>
            </a:r>
            <a:r>
              <a:rPr lang="pt-BR" dirty="0"/>
              <a:t> </a:t>
            </a:r>
            <a:r>
              <a:rPr lang="pt-BR" dirty="0" err="1"/>
              <a:t>suitable</a:t>
            </a:r>
            <a:r>
              <a:rPr lang="pt-BR" dirty="0"/>
              <a:t> for </a:t>
            </a:r>
            <a:r>
              <a:rPr lang="pt-BR" dirty="0" err="1"/>
              <a:t>workloads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require </a:t>
            </a:r>
            <a:r>
              <a:rPr lang="pt-BR" dirty="0" err="1"/>
              <a:t>extensive</a:t>
            </a:r>
            <a:r>
              <a:rPr lang="pt-BR" dirty="0"/>
              <a:t> disk-</a:t>
            </a:r>
            <a:r>
              <a:rPr lang="pt-BR" dirty="0" err="1"/>
              <a:t>based</a:t>
            </a:r>
            <a:r>
              <a:rPr lang="pt-BR" dirty="0"/>
              <a:t> </a:t>
            </a:r>
            <a:r>
              <a:rPr lang="pt-BR" dirty="0" err="1"/>
              <a:t>operations</a:t>
            </a:r>
            <a:r>
              <a:rPr lang="pt-BR" dirty="0"/>
              <a:t>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complex</a:t>
            </a:r>
            <a:r>
              <a:rPr lang="pt-BR" dirty="0"/>
              <a:t>, </a:t>
            </a:r>
            <a:r>
              <a:rPr lang="pt-BR" dirty="0" err="1"/>
              <a:t>multi-table</a:t>
            </a:r>
            <a:r>
              <a:rPr lang="pt-BR" dirty="0"/>
              <a:t> </a:t>
            </a:r>
            <a:r>
              <a:rPr lang="pt-BR" dirty="0" err="1"/>
              <a:t>joins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large</a:t>
            </a:r>
            <a:r>
              <a:rPr lang="pt-BR" dirty="0"/>
              <a:t> </a:t>
            </a:r>
            <a:r>
              <a:rPr lang="pt-BR" dirty="0" err="1"/>
              <a:t>fact</a:t>
            </a:r>
            <a:r>
              <a:rPr lang="pt-BR" dirty="0"/>
              <a:t> </a:t>
            </a:r>
            <a:r>
              <a:rPr lang="pt-BR" dirty="0" err="1"/>
              <a:t>tables</a:t>
            </a:r>
            <a:r>
              <a:rPr lang="pt-BR" dirty="0"/>
              <a:t>.</a:t>
            </a:r>
          </a:p>
          <a:p>
            <a:r>
              <a:rPr lang="pt-BR" dirty="0" err="1"/>
              <a:t>Resource</a:t>
            </a:r>
            <a:r>
              <a:rPr lang="pt-BR" dirty="0"/>
              <a:t> management </a:t>
            </a:r>
            <a:r>
              <a:rPr lang="pt-BR" dirty="0" err="1"/>
              <a:t>complexity</a:t>
            </a:r>
            <a:r>
              <a:rPr lang="pt-BR" dirty="0"/>
              <a:t>: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complex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manage</a:t>
            </a:r>
            <a:r>
              <a:rPr lang="pt-BR" dirty="0"/>
              <a:t> </a:t>
            </a:r>
            <a:r>
              <a:rPr lang="pt-BR" dirty="0" err="1"/>
              <a:t>resource</a:t>
            </a:r>
            <a:r>
              <a:rPr lang="pt-BR" dirty="0"/>
              <a:t> </a:t>
            </a:r>
            <a:r>
              <a:rPr lang="pt-BR" dirty="0" err="1"/>
              <a:t>groups</a:t>
            </a:r>
            <a:r>
              <a:rPr lang="pt-BR" dirty="0"/>
              <a:t>, </a:t>
            </a:r>
            <a:r>
              <a:rPr lang="pt-BR" dirty="0" err="1"/>
              <a:t>especially</a:t>
            </a:r>
            <a:r>
              <a:rPr lang="pt-BR" dirty="0"/>
              <a:t> for </a:t>
            </a:r>
            <a:r>
              <a:rPr lang="pt-BR" dirty="0" err="1"/>
              <a:t>large</a:t>
            </a:r>
            <a:r>
              <a:rPr lang="pt-BR" dirty="0"/>
              <a:t> </a:t>
            </a:r>
            <a:r>
              <a:rPr lang="pt-BR" dirty="0" err="1"/>
              <a:t>deployments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7E47F4-F6E5-7B1D-8879-BCD7AC2E3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936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CCB9-0F11-97CD-46BA-232E6C1E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ED0EC1E-467A-818C-863E-833418013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B667C1-85DF-4E9E-A4D4-1641D870D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presto interface</a:t>
            </a:r>
          </a:p>
          <a:p>
            <a:r>
              <a:rPr lang="pt-BR" dirty="0"/>
              <a:t>At </a:t>
            </a:r>
            <a:r>
              <a:rPr lang="pt-BR" dirty="0" err="1"/>
              <a:t>the</a:t>
            </a:r>
            <a:r>
              <a:rPr lang="pt-BR" dirty="0"/>
              <a:t> top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see</a:t>
            </a:r>
            <a:r>
              <a:rPr lang="pt-BR" dirty="0"/>
              <a:t> some </a:t>
            </a:r>
            <a:r>
              <a:rPr lang="pt-BR" dirty="0" err="1"/>
              <a:t>summary</a:t>
            </a:r>
            <a:r>
              <a:rPr lang="pt-BR" dirty="0"/>
              <a:t> </a:t>
            </a:r>
            <a:r>
              <a:rPr lang="pt-BR" dirty="0" err="1"/>
              <a:t>related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server use</a:t>
            </a:r>
          </a:p>
          <a:p>
            <a:endParaRPr lang="pt-BR" dirty="0"/>
          </a:p>
          <a:p>
            <a:r>
              <a:rPr lang="pt-BR" dirty="0"/>
              <a:t>At </a:t>
            </a:r>
            <a:r>
              <a:rPr lang="pt-BR" dirty="0" err="1"/>
              <a:t>the</a:t>
            </a:r>
            <a:r>
              <a:rPr lang="pt-BR" dirty="0"/>
              <a:t> botton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latest</a:t>
            </a:r>
            <a:r>
              <a:rPr lang="pt-BR" dirty="0"/>
              <a:t> </a:t>
            </a:r>
            <a:r>
              <a:rPr lang="pt-BR" dirty="0" err="1"/>
              <a:t>requests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status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requests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5F5FCE-3671-75FE-6ED4-C490F1C22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5718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2B08-6B7F-5701-2E3D-40BCE2F9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B2E752-4397-1393-EBAF-F9A6E03EF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11F6ED-F8DB-9914-291C-6759BACFC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Let’s</a:t>
            </a:r>
            <a:r>
              <a:rPr lang="pt-BR" dirty="0"/>
              <a:t> show </a:t>
            </a:r>
            <a:r>
              <a:rPr lang="pt-BR" dirty="0" err="1"/>
              <a:t>you</a:t>
            </a:r>
            <a:r>
              <a:rPr lang="pt-BR" dirty="0"/>
              <a:t> some </a:t>
            </a:r>
            <a:r>
              <a:rPr lang="pt-BR" dirty="0" err="1"/>
              <a:t>code</a:t>
            </a:r>
            <a:r>
              <a:rPr lang="pt-BR" dirty="0"/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C75BD5-0851-813B-E0AC-3307EECB2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A1ADA-859B-4249-A3DF-B8EF919E2567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336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CEC50-97AD-B9BF-39E9-87E6D9BB0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A1AFF9-6E50-B13E-5720-9721D5020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A03874-66B8-5A08-287B-8E2352BD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E4F0DA-431B-3E00-72A3-1FF6DDE9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E2F392-72D4-9069-91ED-B6A19BAB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778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C61BA-CBE4-8FFF-3796-7478A88B1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EADAB2-A188-DACD-21A5-15A19464D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D4D0F6-E775-15D7-989A-F5405406A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8E435F-ECF7-41E0-71EE-1A0359400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DE91D8-8DCB-DCE3-6CE8-DB46948B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425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D8031-4EAD-DCC6-1F7B-78AD0C6DC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21D658-CB92-2DD5-225F-6D3A1E777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6E70C6-AD05-EFC5-6056-A4C672CE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40749E-00D7-A473-EF61-CBC455043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E5AA60-9342-A5E3-1610-89BEB1177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990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12CE2-0094-8E45-FF9D-A0D9411B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B9C6EF-4EB3-E073-4AE2-BE0FE0142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98706E-CD84-FC60-06A1-6A8330DA6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F919FD-CC27-E83A-9FC3-A0663DB1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2204F9-48AA-A67E-2596-14737A5E6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92C546-C125-12DF-D3F1-CE886350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44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1C270-38B8-D549-0061-72344C4B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93D070-4EBB-1FCB-085A-023ADC08C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8DCA5B-E1E1-F921-5C9E-EBDAC5F49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7A408A-2C81-AF4F-65C8-C5F1FFECC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4840AF-0215-17D2-96EA-010D500B2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7CD01BE-E08F-9403-160A-6439A4282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C5EB740-78DD-8AE0-AF48-AAE3D71D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F9B871C-DA26-48A8-9D6A-8EB8347A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760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3EF8A-2F37-3D2D-B4DA-0BDA55A4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B06A8B7-CDCD-3F3E-B9E2-2D03385D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1029F10-DBBF-937A-A6EF-B02EBA98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489A3C-F5C1-DD78-6407-7D1AE828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15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A3694E7-E041-F218-73C2-D0BC5D6D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11AC08-DD7F-879A-46C5-FBA9D8990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41DE8C-68D8-EF6D-B5CE-C14B73EA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259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1B2EA-8762-81B3-7069-9F4342E85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9A3D41-08C0-BAB7-B8EE-B4921E59E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7F6548-0568-309E-FCD3-240D52DED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976F68-FBD3-6C31-1A2B-C89D76A7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40E360-FE55-0A7A-5157-29072160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FB97EF-5B4D-1D9A-FF82-8B2FC5E8A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94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44629-7052-C6D2-547A-F22A0317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6F0074-96A2-677D-3A71-9437F83C0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D9CBC0-8025-6CCA-E480-66D343016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CDAD90-C2E4-2675-7D83-6B3DF4CA3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07353A-1E1E-1926-C176-CEE35266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765F5C-A79C-3EAB-4D48-AA91E3964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430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ADBA5-B652-4EA8-2081-76C5769A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538553-244E-6089-4829-100F3C4AD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DF7755-BC91-9FF9-BCE3-663821968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2BD04E-E74F-5D49-F232-6629E139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A887E0-E379-1B72-9253-CACA9079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7364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04E344-77C9-7020-0BEC-372485125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FE83CE0-F977-F237-8CFA-4F055BEE9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38401-14AB-5504-BD2F-02FE462B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484C7E-A80B-50F0-1B5F-A4F051B4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A6D631-45CF-D69E-8FDE-E286B20D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27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F7A778B-5683-A2DC-BD97-B9BAA1736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3498CD-8BC7-FAB1-34B2-B0A47A358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FABBD1-9928-5F12-E340-FE5631F0B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13B2F-7494-1C44-8219-A3AB69202FD8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80AFF9-81C8-592E-D3DB-61289A9F4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C6A2A2-81F9-25F6-1EC7-42E1E090F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63988-3FCD-AA45-ADCC-BDE835879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323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luisfneu/prestoDB/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50C1246-CC6B-CF7E-D11E-2AB76F3F5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973" y="2884406"/>
            <a:ext cx="5065454" cy="166993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2808222-F0BD-03CB-AEC6-109EBC8B7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427" y="1871791"/>
            <a:ext cx="2776659" cy="268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210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1C41-4AF0-DD6F-A770-C7E662019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F486612E-D4B4-4F70-93A0-902A06369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384" y="2954731"/>
            <a:ext cx="2877232" cy="94853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662E3B5-7505-09C9-B29C-B36F46EF2C42}"/>
              </a:ext>
            </a:extLst>
          </p:cNvPr>
          <p:cNvSpPr txBox="1"/>
          <p:nvPr/>
        </p:nvSpPr>
        <p:spPr>
          <a:xfrm>
            <a:off x="5483553" y="1861374"/>
            <a:ext cx="1224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/>
              <a:t>What</a:t>
            </a:r>
            <a:r>
              <a:rPr lang="pt-BR" sz="2400" dirty="0"/>
              <a:t> </a:t>
            </a:r>
            <a:r>
              <a:rPr lang="pt-BR" sz="2400" dirty="0" err="1"/>
              <a:t>is</a:t>
            </a:r>
            <a:endParaRPr lang="pt-BR" sz="2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650315-A5E3-E1A0-A356-B58F1D9407F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8618B68-5130-3F2D-9E87-7174A156803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17B61CBC-BC40-192D-827C-06664ECA1EF6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89B4D2F-680C-057B-8BBD-4A7E273200FF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263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00A93-6C8C-EA30-7F7F-FA46F8CD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876CDD8-93F1-E6D8-60EA-2B724AFC7FBD}"/>
              </a:ext>
            </a:extLst>
          </p:cNvPr>
          <p:cNvSpPr txBox="1"/>
          <p:nvPr/>
        </p:nvSpPr>
        <p:spPr>
          <a:xfrm>
            <a:off x="5388627" y="390061"/>
            <a:ext cx="141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Architecture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81AA42-A2E9-43C1-47B0-9A3DBC8B7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72" y="3224856"/>
            <a:ext cx="675208" cy="654108"/>
          </a:xfrm>
          <a:prstGeom prst="rect">
            <a:avLst/>
          </a:prstGeom>
        </p:spPr>
      </p:pic>
      <p:pic>
        <p:nvPicPr>
          <p:cNvPr id="4104" name="Imagem 4103">
            <a:extLst>
              <a:ext uri="{FF2B5EF4-FFF2-40B4-BE49-F238E27FC236}">
                <a16:creationId xmlns:a16="http://schemas.microsoft.com/office/drawing/2014/main" id="{06E1D5A4-F087-08A8-7264-1FF17C02A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76710" y="168121"/>
            <a:ext cx="1793525" cy="591272"/>
          </a:xfrm>
          <a:prstGeom prst="rect">
            <a:avLst/>
          </a:prstGeom>
        </p:spPr>
      </p:pic>
      <p:pic>
        <p:nvPicPr>
          <p:cNvPr id="4108" name="Imagem 4107">
            <a:extLst>
              <a:ext uri="{FF2B5EF4-FFF2-40B4-BE49-F238E27FC236}">
                <a16:creationId xmlns:a16="http://schemas.microsoft.com/office/drawing/2014/main" id="{194CDACC-C73F-BD64-5830-29EEC5204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163" y="3224856"/>
            <a:ext cx="675208" cy="654108"/>
          </a:xfrm>
          <a:prstGeom prst="rect">
            <a:avLst/>
          </a:prstGeom>
        </p:spPr>
      </p:pic>
      <p:pic>
        <p:nvPicPr>
          <p:cNvPr id="4109" name="Imagem 4108">
            <a:extLst>
              <a:ext uri="{FF2B5EF4-FFF2-40B4-BE49-F238E27FC236}">
                <a16:creationId xmlns:a16="http://schemas.microsoft.com/office/drawing/2014/main" id="{17F434AD-E686-E23F-2451-9058D8876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122" y="4189567"/>
            <a:ext cx="675208" cy="654108"/>
          </a:xfrm>
          <a:prstGeom prst="rect">
            <a:avLst/>
          </a:prstGeom>
        </p:spPr>
      </p:pic>
      <p:pic>
        <p:nvPicPr>
          <p:cNvPr id="4110" name="Imagem 4109">
            <a:extLst>
              <a:ext uri="{FF2B5EF4-FFF2-40B4-BE49-F238E27FC236}">
                <a16:creationId xmlns:a16="http://schemas.microsoft.com/office/drawing/2014/main" id="{CE29A93E-93E1-8E8F-5CC6-F9EE878AB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851" y="3224856"/>
            <a:ext cx="675208" cy="654108"/>
          </a:xfrm>
          <a:prstGeom prst="rect">
            <a:avLst/>
          </a:prstGeom>
        </p:spPr>
      </p:pic>
      <p:pic>
        <p:nvPicPr>
          <p:cNvPr id="4111" name="Imagem 4110">
            <a:extLst>
              <a:ext uri="{FF2B5EF4-FFF2-40B4-BE49-F238E27FC236}">
                <a16:creationId xmlns:a16="http://schemas.microsoft.com/office/drawing/2014/main" id="{D09BD04D-CBE7-9072-69B3-4F442BA09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122" y="2260145"/>
            <a:ext cx="675208" cy="654108"/>
          </a:xfrm>
          <a:prstGeom prst="rect">
            <a:avLst/>
          </a:prstGeom>
        </p:spPr>
      </p:pic>
      <p:pic>
        <p:nvPicPr>
          <p:cNvPr id="4127" name="Imagem 4126">
            <a:extLst>
              <a:ext uri="{FF2B5EF4-FFF2-40B4-BE49-F238E27FC236}">
                <a16:creationId xmlns:a16="http://schemas.microsoft.com/office/drawing/2014/main" id="{0EC03AD3-B24B-444C-08AF-0999D5F93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122" y="1295434"/>
            <a:ext cx="675208" cy="654108"/>
          </a:xfrm>
          <a:prstGeom prst="rect">
            <a:avLst/>
          </a:prstGeom>
        </p:spPr>
      </p:pic>
      <p:pic>
        <p:nvPicPr>
          <p:cNvPr id="4128" name="Imagem 4127">
            <a:extLst>
              <a:ext uri="{FF2B5EF4-FFF2-40B4-BE49-F238E27FC236}">
                <a16:creationId xmlns:a16="http://schemas.microsoft.com/office/drawing/2014/main" id="{A313E83F-5C21-AE51-B6E8-8499421CC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122" y="5154278"/>
            <a:ext cx="675208" cy="654108"/>
          </a:xfrm>
          <a:prstGeom prst="rect">
            <a:avLst/>
          </a:prstGeom>
        </p:spPr>
      </p:pic>
      <p:pic>
        <p:nvPicPr>
          <p:cNvPr id="4132" name="Imagem 4131">
            <a:extLst>
              <a:ext uri="{FF2B5EF4-FFF2-40B4-BE49-F238E27FC236}">
                <a16:creationId xmlns:a16="http://schemas.microsoft.com/office/drawing/2014/main" id="{21B0DF93-EC93-3F86-5048-B5A8ED5E63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pic>
        <p:nvPicPr>
          <p:cNvPr id="4133" name="Imagem 4132">
            <a:extLst>
              <a:ext uri="{FF2B5EF4-FFF2-40B4-BE49-F238E27FC236}">
                <a16:creationId xmlns:a16="http://schemas.microsoft.com/office/drawing/2014/main" id="{1CCCEA6E-EB19-42E9-5B7C-03993626C58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4134" name="CaixaDeTexto 4133">
            <a:extLst>
              <a:ext uri="{FF2B5EF4-FFF2-40B4-BE49-F238E27FC236}">
                <a16:creationId xmlns:a16="http://schemas.microsoft.com/office/drawing/2014/main" id="{72DBC2E2-06FE-D5C0-F804-0618581F6AFE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4135" name="Conector Reto 4134">
            <a:extLst>
              <a:ext uri="{FF2B5EF4-FFF2-40B4-BE49-F238E27FC236}">
                <a16:creationId xmlns:a16="http://schemas.microsoft.com/office/drawing/2014/main" id="{E0B42C40-ACA7-F4A9-B108-3648263442D3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6" name="CaixaDeTexto 4135">
            <a:extLst>
              <a:ext uri="{FF2B5EF4-FFF2-40B4-BE49-F238E27FC236}">
                <a16:creationId xmlns:a16="http://schemas.microsoft.com/office/drawing/2014/main" id="{F4BA1517-7A95-AF66-9A75-07817115499E}"/>
              </a:ext>
            </a:extLst>
          </p:cNvPr>
          <p:cNvSpPr txBox="1"/>
          <p:nvPr/>
        </p:nvSpPr>
        <p:spPr>
          <a:xfrm>
            <a:off x="5840016" y="3929875"/>
            <a:ext cx="651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solidFill>
                  <a:schemeClr val="bg1">
                    <a:lumMod val="50000"/>
                  </a:schemeClr>
                </a:solidFill>
              </a:rPr>
              <a:t>Client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37" name="CaixaDeTexto 4136">
            <a:extLst>
              <a:ext uri="{FF2B5EF4-FFF2-40B4-BE49-F238E27FC236}">
                <a16:creationId xmlns:a16="http://schemas.microsoft.com/office/drawing/2014/main" id="{3F811B50-DDFF-B332-093A-523345F63131}"/>
              </a:ext>
            </a:extLst>
          </p:cNvPr>
          <p:cNvSpPr txBox="1"/>
          <p:nvPr/>
        </p:nvSpPr>
        <p:spPr>
          <a:xfrm>
            <a:off x="7010771" y="3973985"/>
            <a:ext cx="1119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solidFill>
                  <a:schemeClr val="bg1">
                    <a:lumMod val="50000"/>
                  </a:schemeClr>
                </a:solidFill>
              </a:rPr>
              <a:t>Coordinator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38" name="CaixaDeTexto 4137">
            <a:extLst>
              <a:ext uri="{FF2B5EF4-FFF2-40B4-BE49-F238E27FC236}">
                <a16:creationId xmlns:a16="http://schemas.microsoft.com/office/drawing/2014/main" id="{FE7A8004-684A-5351-F672-6177C5A4078E}"/>
              </a:ext>
            </a:extLst>
          </p:cNvPr>
          <p:cNvSpPr txBox="1"/>
          <p:nvPr/>
        </p:nvSpPr>
        <p:spPr>
          <a:xfrm>
            <a:off x="8435716" y="1876206"/>
            <a:ext cx="709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solidFill>
                  <a:schemeClr val="bg1">
                    <a:lumMod val="50000"/>
                  </a:schemeClr>
                </a:solidFill>
              </a:rPr>
              <a:t>worker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39" name="CaixaDeTexto 4138">
            <a:extLst>
              <a:ext uri="{FF2B5EF4-FFF2-40B4-BE49-F238E27FC236}">
                <a16:creationId xmlns:a16="http://schemas.microsoft.com/office/drawing/2014/main" id="{F48E8E79-E96E-8174-67F2-CFB3D1C114B6}"/>
              </a:ext>
            </a:extLst>
          </p:cNvPr>
          <p:cNvSpPr txBox="1"/>
          <p:nvPr/>
        </p:nvSpPr>
        <p:spPr>
          <a:xfrm>
            <a:off x="8435715" y="2791647"/>
            <a:ext cx="709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solidFill>
                  <a:schemeClr val="bg1">
                    <a:lumMod val="50000"/>
                  </a:schemeClr>
                </a:solidFill>
              </a:rPr>
              <a:t>worker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40" name="CaixaDeTexto 4139">
            <a:extLst>
              <a:ext uri="{FF2B5EF4-FFF2-40B4-BE49-F238E27FC236}">
                <a16:creationId xmlns:a16="http://schemas.microsoft.com/office/drawing/2014/main" id="{915280BE-91B4-1E74-9377-6BE041EAA2EF}"/>
              </a:ext>
            </a:extLst>
          </p:cNvPr>
          <p:cNvSpPr txBox="1"/>
          <p:nvPr/>
        </p:nvSpPr>
        <p:spPr>
          <a:xfrm>
            <a:off x="8398723" y="3770458"/>
            <a:ext cx="709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solidFill>
                  <a:schemeClr val="bg1">
                    <a:lumMod val="50000"/>
                  </a:schemeClr>
                </a:solidFill>
              </a:rPr>
              <a:t>worker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41" name="CaixaDeTexto 4140">
            <a:extLst>
              <a:ext uri="{FF2B5EF4-FFF2-40B4-BE49-F238E27FC236}">
                <a16:creationId xmlns:a16="http://schemas.microsoft.com/office/drawing/2014/main" id="{BE849AAA-78E9-6915-3F1B-2B5E714ECF3E}"/>
              </a:ext>
            </a:extLst>
          </p:cNvPr>
          <p:cNvSpPr txBox="1"/>
          <p:nvPr/>
        </p:nvSpPr>
        <p:spPr>
          <a:xfrm>
            <a:off x="8435714" y="4727868"/>
            <a:ext cx="709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solidFill>
                  <a:schemeClr val="bg1">
                    <a:lumMod val="50000"/>
                  </a:schemeClr>
                </a:solidFill>
              </a:rPr>
              <a:t>worker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42" name="CaixaDeTexto 4141">
            <a:extLst>
              <a:ext uri="{FF2B5EF4-FFF2-40B4-BE49-F238E27FC236}">
                <a16:creationId xmlns:a16="http://schemas.microsoft.com/office/drawing/2014/main" id="{C3C1E331-EB90-B66E-E542-B201365CA313}"/>
              </a:ext>
            </a:extLst>
          </p:cNvPr>
          <p:cNvSpPr txBox="1"/>
          <p:nvPr/>
        </p:nvSpPr>
        <p:spPr>
          <a:xfrm>
            <a:off x="8435713" y="5713980"/>
            <a:ext cx="709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>
                <a:solidFill>
                  <a:schemeClr val="bg1">
                    <a:lumMod val="50000"/>
                  </a:schemeClr>
                </a:solidFill>
              </a:rPr>
              <a:t>worker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143" name="Picture 6" descr="Apache Airflow Logo PNG Vector (SVG) Free Download">
            <a:extLst>
              <a:ext uri="{FF2B5EF4-FFF2-40B4-BE49-F238E27FC236}">
                <a16:creationId xmlns:a16="http://schemas.microsoft.com/office/drawing/2014/main" id="{5433E42D-B4DD-9CCB-D3F3-9F7BDB455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199" y="1295434"/>
            <a:ext cx="1200778" cy="120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5" name="Picture 10">
            <a:extLst>
              <a:ext uri="{FF2B5EF4-FFF2-40B4-BE49-F238E27FC236}">
                <a16:creationId xmlns:a16="http://schemas.microsoft.com/office/drawing/2014/main" id="{4C54B0DA-DA4D-4D8D-4130-35FD71965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573" y="2653037"/>
            <a:ext cx="1200779" cy="43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6" name="Picture 12" descr="Tableau full logo transparent PNG - StickPNG">
            <a:extLst>
              <a:ext uri="{FF2B5EF4-FFF2-40B4-BE49-F238E27FC236}">
                <a16:creationId xmlns:a16="http://schemas.microsoft.com/office/drawing/2014/main" id="{4489FE97-7DE2-D887-68AB-625E5ECAF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356" y="3589569"/>
            <a:ext cx="1316464" cy="73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7" name="Picture 14" descr="Index of /superset/superset-frontend/src/assets/branding">
            <a:extLst>
              <a:ext uri="{FF2B5EF4-FFF2-40B4-BE49-F238E27FC236}">
                <a16:creationId xmlns:a16="http://schemas.microsoft.com/office/drawing/2014/main" id="{058F6E72-8A4D-75B0-D16B-423621E45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597" y="4610067"/>
            <a:ext cx="1212380" cy="116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8" name="Picture 16">
            <a:extLst>
              <a:ext uri="{FF2B5EF4-FFF2-40B4-BE49-F238E27FC236}">
                <a16:creationId xmlns:a16="http://schemas.microsoft.com/office/drawing/2014/main" id="{5F28283A-F9B0-D300-4C1D-98B1F502F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837" y="1194019"/>
            <a:ext cx="856620" cy="102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52" name="Chave Esquerda 4151">
            <a:extLst>
              <a:ext uri="{FF2B5EF4-FFF2-40B4-BE49-F238E27FC236}">
                <a16:creationId xmlns:a16="http://schemas.microsoft.com/office/drawing/2014/main" id="{84713B2A-4C4B-8E7D-4240-B8DCCCE35722}"/>
              </a:ext>
            </a:extLst>
          </p:cNvPr>
          <p:cNvSpPr/>
          <p:nvPr/>
        </p:nvSpPr>
        <p:spPr>
          <a:xfrm rot="10800000">
            <a:off x="5228287" y="1233234"/>
            <a:ext cx="408422" cy="471267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53" name="Chave Esquerda 4152">
            <a:extLst>
              <a:ext uri="{FF2B5EF4-FFF2-40B4-BE49-F238E27FC236}">
                <a16:creationId xmlns:a16="http://schemas.microsoft.com/office/drawing/2014/main" id="{38D94A6A-ACBD-1C77-3834-22AAAB212814}"/>
              </a:ext>
            </a:extLst>
          </p:cNvPr>
          <p:cNvSpPr/>
          <p:nvPr/>
        </p:nvSpPr>
        <p:spPr>
          <a:xfrm rot="10800000">
            <a:off x="9630182" y="1277147"/>
            <a:ext cx="408422" cy="471267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159" name="Picture 28" descr="Microsoft SQL server Logo PNG Transparent &amp; SVG Vector - Freebie Supply">
            <a:extLst>
              <a:ext uri="{FF2B5EF4-FFF2-40B4-BE49-F238E27FC236}">
                <a16:creationId xmlns:a16="http://schemas.microsoft.com/office/drawing/2014/main" id="{A1BBE322-B28D-B2EB-DF2C-C502BA264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717" y="2434987"/>
            <a:ext cx="997740" cy="80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1" name="Imagem 4160">
            <a:extLst>
              <a:ext uri="{FF2B5EF4-FFF2-40B4-BE49-F238E27FC236}">
                <a16:creationId xmlns:a16="http://schemas.microsoft.com/office/drawing/2014/main" id="{5A78C98B-53CF-F7A1-2E0D-9DA138D93D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38604" y="3402678"/>
            <a:ext cx="1784416" cy="451898"/>
          </a:xfrm>
          <a:prstGeom prst="rect">
            <a:avLst/>
          </a:prstGeom>
        </p:spPr>
      </p:pic>
      <p:pic>
        <p:nvPicPr>
          <p:cNvPr id="4162" name="Picture 30">
            <a:extLst>
              <a:ext uri="{FF2B5EF4-FFF2-40B4-BE49-F238E27FC236}">
                <a16:creationId xmlns:a16="http://schemas.microsoft.com/office/drawing/2014/main" id="{8C585EC5-C825-3202-0B6F-DA937C9BF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6989" y="4041216"/>
            <a:ext cx="1129196" cy="75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4" name="Picture 34" descr="elastic-logo-v-full-color - DATARUS">
            <a:extLst>
              <a:ext uri="{FF2B5EF4-FFF2-40B4-BE49-F238E27FC236}">
                <a16:creationId xmlns:a16="http://schemas.microsoft.com/office/drawing/2014/main" id="{3D2B6B31-038D-2E2A-0DED-CFDF109BD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747" y="4601934"/>
            <a:ext cx="1701659" cy="178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670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5EA24-B469-9C86-691A-30A0BEDE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08B8CE5-1832-CDFF-7566-691694EAB2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D007D6D-188A-4162-57BE-3863D59A9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298" y="3351131"/>
            <a:ext cx="1651935" cy="54459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BCBDA24-6C2B-CEF0-AAA5-D77D30942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233" y="2845658"/>
            <a:ext cx="1204319" cy="116668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C6D056C-257D-2726-496C-6FC244F53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648" y="2275672"/>
            <a:ext cx="1244600" cy="14224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0AEEEC7-EB9C-66E9-ED56-8ED8ABA784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8214" y="3698072"/>
            <a:ext cx="1164034" cy="133032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41B65ED5-B11E-BD27-4538-A2BC693E6A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2056" y="2774147"/>
            <a:ext cx="922338" cy="10541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8F871F7-76B6-0622-D591-331E724058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6818" y="3836184"/>
            <a:ext cx="790377" cy="90328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F07C458-D22C-2D57-272B-ED5DA567C0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8964" y="3570214"/>
            <a:ext cx="517731" cy="591693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FF4AA3DC-695D-4D84-A8E1-552CDBAFFD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5552" y="3417083"/>
            <a:ext cx="790377" cy="90328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45CBA420-867E-75BF-5452-630AC06902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0013" y="2825390"/>
            <a:ext cx="517731" cy="59169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2399BCFB-5BBD-A30E-21A0-DCFAE629F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8377" y="2174517"/>
            <a:ext cx="517731" cy="59169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918DFD59-EA1B-2A6F-3E17-E8B8AF947A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2238" y="2403530"/>
            <a:ext cx="317345" cy="36268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F42083B-E3A3-FF11-FE6E-84A984A47B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44FFA21-D35B-6B59-A639-65199A131E62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3E55B9D4-5083-46F5-D018-FAA7F2095F45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9123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E734-4B06-92A2-E990-6B444D00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Arredondado 4">
            <a:extLst>
              <a:ext uri="{FF2B5EF4-FFF2-40B4-BE49-F238E27FC236}">
                <a16:creationId xmlns:a16="http://schemas.microsoft.com/office/drawing/2014/main" id="{E1E64EB8-A9D3-9FC6-A851-D03C4B022090}"/>
              </a:ext>
            </a:extLst>
          </p:cNvPr>
          <p:cNvSpPr/>
          <p:nvPr/>
        </p:nvSpPr>
        <p:spPr>
          <a:xfrm>
            <a:off x="4758930" y="3225409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1B8665F-480F-DCA0-5482-F00C9B74C3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AFA1C5E-E9FA-72F8-B9AC-A0DFBEF63AB6}"/>
              </a:ext>
            </a:extLst>
          </p:cNvPr>
          <p:cNvGrpSpPr/>
          <p:nvPr/>
        </p:nvGrpSpPr>
        <p:grpSpPr>
          <a:xfrm>
            <a:off x="6362307" y="2354344"/>
            <a:ext cx="2149311" cy="2149311"/>
            <a:chOff x="6362307" y="2354344"/>
            <a:chExt cx="2149311" cy="21493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8352072-B6D6-098B-AC16-221B9ED32B23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94929ACE-1B2E-7D63-B6D4-B3789B3DA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350E4B5B-9BB0-A9D8-BE8B-5F15C33508AD}"/>
                </a:ext>
              </a:extLst>
            </p:cNvPr>
            <p:cNvSpPr txBox="1"/>
            <p:nvPr/>
          </p:nvSpPr>
          <p:spPr>
            <a:xfrm>
              <a:off x="6761650" y="3533790"/>
              <a:ext cx="1382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Coordinator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D6392CB-D440-E803-B609-F9F14F671BB7}"/>
              </a:ext>
            </a:extLst>
          </p:cNvPr>
          <p:cNvSpPr txBox="1"/>
          <p:nvPr/>
        </p:nvSpPr>
        <p:spPr>
          <a:xfrm>
            <a:off x="5020688" y="3271126"/>
            <a:ext cx="94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request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730A4FC-69CD-76D3-A658-DD1A6432BD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C3A7CC9F-D0FD-1262-B112-C9FFC51CCA1E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999F88C6-4D78-8C4B-CBE7-F78AC72ECB86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9611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4D8C-E2F5-10A2-ED47-E8F4B4EA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C203EAA-DB6C-3E52-F291-89454AA034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87413BD-0276-6D18-3CEE-ECFA13C463EC}"/>
              </a:ext>
            </a:extLst>
          </p:cNvPr>
          <p:cNvGrpSpPr/>
          <p:nvPr/>
        </p:nvGrpSpPr>
        <p:grpSpPr>
          <a:xfrm>
            <a:off x="6362307" y="2354344"/>
            <a:ext cx="2149311" cy="2149311"/>
            <a:chOff x="6362307" y="2354344"/>
            <a:chExt cx="2149311" cy="21493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9BBFB73-129A-3BAD-EC64-6FD4E13BF405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C600F1DE-82D9-D481-3407-F98906E11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E7A5838-4C7B-965F-8FBC-1E4349F0B0EC}"/>
                </a:ext>
              </a:extLst>
            </p:cNvPr>
            <p:cNvSpPr txBox="1"/>
            <p:nvPr/>
          </p:nvSpPr>
          <p:spPr>
            <a:xfrm>
              <a:off x="6761650" y="3533790"/>
              <a:ext cx="1382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Coordinator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B6626E7B-6F9C-CEBC-10D6-06E0631C9DBF}"/>
              </a:ext>
            </a:extLst>
          </p:cNvPr>
          <p:cNvSpPr/>
          <p:nvPr/>
        </p:nvSpPr>
        <p:spPr>
          <a:xfrm>
            <a:off x="8910961" y="3191030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8A556EF-C149-333A-3145-B0B628CF9225}"/>
              </a:ext>
            </a:extLst>
          </p:cNvPr>
          <p:cNvSpPr txBox="1"/>
          <p:nvPr/>
        </p:nvSpPr>
        <p:spPr>
          <a:xfrm>
            <a:off x="9271336" y="3236747"/>
            <a:ext cx="749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query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F3D369-F475-49ED-530D-738F866344F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0EA7BCF-239E-FE79-C9BA-7E2E47A4C4FF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7BE9D00-3A73-DEE2-F1D1-A81DEE1E5C37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0943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8EFC6-7408-7EB7-74B7-9535EF9E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1F53CEB-A47A-A402-D026-B24106914B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67CC5F2-6901-5BFF-495A-9940B36F9048}"/>
              </a:ext>
            </a:extLst>
          </p:cNvPr>
          <p:cNvGrpSpPr/>
          <p:nvPr/>
        </p:nvGrpSpPr>
        <p:grpSpPr>
          <a:xfrm>
            <a:off x="6362307" y="2354344"/>
            <a:ext cx="2149311" cy="2149311"/>
            <a:chOff x="6362307" y="2354344"/>
            <a:chExt cx="2149311" cy="21493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E65ED20-2F49-1407-1619-6248A65352EE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8CF9FC27-A9CD-F969-A4D3-CA3905947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2D71BCA-15A5-749F-8F52-AB07397EF923}"/>
                </a:ext>
              </a:extLst>
            </p:cNvPr>
            <p:cNvSpPr txBox="1"/>
            <p:nvPr/>
          </p:nvSpPr>
          <p:spPr>
            <a:xfrm>
              <a:off x="6761650" y="3533790"/>
              <a:ext cx="1382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Coordinator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9A9D8427-BD7E-6093-4850-529C2C025268}"/>
              </a:ext>
            </a:extLst>
          </p:cNvPr>
          <p:cNvSpPr/>
          <p:nvPr/>
        </p:nvSpPr>
        <p:spPr>
          <a:xfrm>
            <a:off x="8910961" y="3191030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2088B8-70B3-64BC-DB3F-E0A37A5DB505}"/>
              </a:ext>
            </a:extLst>
          </p:cNvPr>
          <p:cNvSpPr txBox="1"/>
          <p:nvPr/>
        </p:nvSpPr>
        <p:spPr>
          <a:xfrm>
            <a:off x="9171276" y="3236747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planner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B91C24B-1E25-4B91-07AD-9B9A9C08DD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E3B857E-8840-A0F6-F350-46267EFB90A7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D6822F7-2A64-A0A8-6E13-EF832C4017DF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6184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008E-4848-7E7F-AF0B-E1AC8FE8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11806FCF-5B1B-B90D-E91F-6CD454D132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39E7DFD-F009-893E-93E7-51967A0247C7}"/>
              </a:ext>
            </a:extLst>
          </p:cNvPr>
          <p:cNvGrpSpPr/>
          <p:nvPr/>
        </p:nvGrpSpPr>
        <p:grpSpPr>
          <a:xfrm>
            <a:off x="6362307" y="2354344"/>
            <a:ext cx="2149311" cy="2149311"/>
            <a:chOff x="6362307" y="2354344"/>
            <a:chExt cx="2149311" cy="21493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EA28C88-C436-8E09-7E16-657CA51CAF05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A94E5127-645E-0826-2A6F-6D7443D8D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A4145BF-53E4-6DDA-9229-1E3E54FE4705}"/>
                </a:ext>
              </a:extLst>
            </p:cNvPr>
            <p:cNvSpPr txBox="1"/>
            <p:nvPr/>
          </p:nvSpPr>
          <p:spPr>
            <a:xfrm>
              <a:off x="6761650" y="3533790"/>
              <a:ext cx="1382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Coordinator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96ABCCD8-C701-8172-E73B-0283ED8B43D5}"/>
              </a:ext>
            </a:extLst>
          </p:cNvPr>
          <p:cNvSpPr/>
          <p:nvPr/>
        </p:nvSpPr>
        <p:spPr>
          <a:xfrm>
            <a:off x="8910961" y="2530962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062F9F-1B94-27CC-7066-577F8F7D7D17}"/>
              </a:ext>
            </a:extLst>
          </p:cNvPr>
          <p:cNvSpPr txBox="1"/>
          <p:nvPr/>
        </p:nvSpPr>
        <p:spPr>
          <a:xfrm>
            <a:off x="9191506" y="2584265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planner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" name="Retângulo Arredondado 4">
            <a:extLst>
              <a:ext uri="{FF2B5EF4-FFF2-40B4-BE49-F238E27FC236}">
                <a16:creationId xmlns:a16="http://schemas.microsoft.com/office/drawing/2014/main" id="{2D742439-3F1A-77B3-2944-D0C74110D966}"/>
              </a:ext>
            </a:extLst>
          </p:cNvPr>
          <p:cNvSpPr/>
          <p:nvPr/>
        </p:nvSpPr>
        <p:spPr>
          <a:xfrm>
            <a:off x="8910961" y="3198617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D2D14B-2D29-4B7D-6387-33279132B58F}"/>
              </a:ext>
            </a:extLst>
          </p:cNvPr>
          <p:cNvSpPr txBox="1"/>
          <p:nvPr/>
        </p:nvSpPr>
        <p:spPr>
          <a:xfrm>
            <a:off x="9191506" y="3251920"/>
            <a:ext cx="89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stage</a:t>
            </a:r>
            <a:r>
              <a:rPr lang="pt-BR" dirty="0">
                <a:solidFill>
                  <a:schemeClr val="bg1"/>
                </a:solidFill>
              </a:rPr>
              <a:t> 1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719B2FAF-FD56-2D41-DCE3-C7AE7767F062}"/>
              </a:ext>
            </a:extLst>
          </p:cNvPr>
          <p:cNvSpPr/>
          <p:nvPr/>
        </p:nvSpPr>
        <p:spPr>
          <a:xfrm>
            <a:off x="8910961" y="3866272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968D42C-460C-71BE-6D42-00B5C07BB1C5}"/>
              </a:ext>
            </a:extLst>
          </p:cNvPr>
          <p:cNvSpPr txBox="1"/>
          <p:nvPr/>
        </p:nvSpPr>
        <p:spPr>
          <a:xfrm>
            <a:off x="9191506" y="3919575"/>
            <a:ext cx="89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stage</a:t>
            </a:r>
            <a:r>
              <a:rPr lang="pt-BR" dirty="0">
                <a:solidFill>
                  <a:schemeClr val="bg1"/>
                </a:solidFill>
              </a:rPr>
              <a:t> 2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0F9BAFC-9C95-FA86-B9D2-88C524D8D6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EB4513C-3EE1-82E5-370F-96AC5FE18AE6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24D4337D-61B8-B75E-4BFE-4AC21218BCD0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528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96AE1-5A8C-258C-6079-00148D9D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6912B05-2215-D1BC-FB28-29FC67ABF0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E8D07F0-DFB5-1EEA-52E7-C05B361177E6}"/>
              </a:ext>
            </a:extLst>
          </p:cNvPr>
          <p:cNvGrpSpPr/>
          <p:nvPr/>
        </p:nvGrpSpPr>
        <p:grpSpPr>
          <a:xfrm>
            <a:off x="4981182" y="2354344"/>
            <a:ext cx="2149311" cy="2149311"/>
            <a:chOff x="6362307" y="2354344"/>
            <a:chExt cx="2149311" cy="21493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5E6B5F-25D5-B929-9056-E47E5D923D56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12BD77C0-526B-3201-DCFC-B375B423F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A155E55D-9869-EEC2-D08C-F4AE0BCEBAF0}"/>
                </a:ext>
              </a:extLst>
            </p:cNvPr>
            <p:cNvSpPr txBox="1"/>
            <p:nvPr/>
          </p:nvSpPr>
          <p:spPr>
            <a:xfrm>
              <a:off x="6761650" y="3533790"/>
              <a:ext cx="1382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Coordinator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Retângulo Arredondado 4">
            <a:extLst>
              <a:ext uri="{FF2B5EF4-FFF2-40B4-BE49-F238E27FC236}">
                <a16:creationId xmlns:a16="http://schemas.microsoft.com/office/drawing/2014/main" id="{B55A0C27-D573-BF82-8B79-9AD08462B3D7}"/>
              </a:ext>
            </a:extLst>
          </p:cNvPr>
          <p:cNvSpPr/>
          <p:nvPr/>
        </p:nvSpPr>
        <p:spPr>
          <a:xfrm>
            <a:off x="7529836" y="3198617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149C68-1AC7-9E5E-0339-4444E20251C2}"/>
              </a:ext>
            </a:extLst>
          </p:cNvPr>
          <p:cNvSpPr txBox="1"/>
          <p:nvPr/>
        </p:nvSpPr>
        <p:spPr>
          <a:xfrm>
            <a:off x="7810381" y="3251920"/>
            <a:ext cx="89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stage</a:t>
            </a:r>
            <a:r>
              <a:rPr lang="pt-BR" dirty="0">
                <a:solidFill>
                  <a:schemeClr val="bg1"/>
                </a:solidFill>
              </a:rPr>
              <a:t> 1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695E3BC3-486D-A1CB-D0DA-690CA75189F0}"/>
              </a:ext>
            </a:extLst>
          </p:cNvPr>
          <p:cNvSpPr/>
          <p:nvPr/>
        </p:nvSpPr>
        <p:spPr>
          <a:xfrm>
            <a:off x="9269427" y="3903122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4D0F35-B9EB-EBE1-147A-31335B0D9F52}"/>
              </a:ext>
            </a:extLst>
          </p:cNvPr>
          <p:cNvSpPr txBox="1"/>
          <p:nvPr/>
        </p:nvSpPr>
        <p:spPr>
          <a:xfrm>
            <a:off x="9735527" y="3963853"/>
            <a:ext cx="606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task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287E8743-B004-3F1F-AB8D-73DB64FBC1F4}"/>
              </a:ext>
            </a:extLst>
          </p:cNvPr>
          <p:cNvSpPr/>
          <p:nvPr/>
        </p:nvSpPr>
        <p:spPr>
          <a:xfrm>
            <a:off x="9269427" y="2530962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84B6046-A52A-615F-AE98-EA0FFD1CE571}"/>
              </a:ext>
            </a:extLst>
          </p:cNvPr>
          <p:cNvSpPr txBox="1"/>
          <p:nvPr/>
        </p:nvSpPr>
        <p:spPr>
          <a:xfrm>
            <a:off x="9692847" y="2585546"/>
            <a:ext cx="606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task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C1E10ECA-484F-65FA-84C7-82E8C228878E}"/>
              </a:ext>
            </a:extLst>
          </p:cNvPr>
          <p:cNvSpPr/>
          <p:nvPr/>
        </p:nvSpPr>
        <p:spPr>
          <a:xfrm>
            <a:off x="9269427" y="3198617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B65C11C-4047-C46C-3C2E-7811E6F97CF6}"/>
              </a:ext>
            </a:extLst>
          </p:cNvPr>
          <p:cNvSpPr txBox="1"/>
          <p:nvPr/>
        </p:nvSpPr>
        <p:spPr>
          <a:xfrm>
            <a:off x="9700911" y="3262759"/>
            <a:ext cx="606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task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05BF5E1-7604-D289-B843-18CF19218E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B719DF5F-6B52-6E9F-E142-E8E8D5034224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F43A75A0-6C18-AEAA-ADE3-B1932F86B689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574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2E3C4-C6EC-9706-2369-2F79E4489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1A6020C-992D-6C83-9AEA-BB33A3BEAD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66203CB-6324-702B-1914-5D89AB8524B8}"/>
              </a:ext>
            </a:extLst>
          </p:cNvPr>
          <p:cNvGrpSpPr/>
          <p:nvPr/>
        </p:nvGrpSpPr>
        <p:grpSpPr>
          <a:xfrm>
            <a:off x="2333232" y="2354344"/>
            <a:ext cx="2149311" cy="2149311"/>
            <a:chOff x="6362307" y="2354344"/>
            <a:chExt cx="2149311" cy="21493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2B0F6D0-5F3A-06BE-7412-34A60E2A8360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51E1A2F9-71E7-421B-81DE-0EAAFF7FB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A54B5F98-5110-E6BB-14A8-34634657BEEC}"/>
                </a:ext>
              </a:extLst>
            </p:cNvPr>
            <p:cNvSpPr txBox="1"/>
            <p:nvPr/>
          </p:nvSpPr>
          <p:spPr>
            <a:xfrm>
              <a:off x="6761650" y="3533790"/>
              <a:ext cx="1382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Coordinator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62A401B6-D752-EE2A-F88A-75E9FCD39F46}"/>
              </a:ext>
            </a:extLst>
          </p:cNvPr>
          <p:cNvSpPr/>
          <p:nvPr/>
        </p:nvSpPr>
        <p:spPr>
          <a:xfrm>
            <a:off x="4763088" y="1711812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63FA0B6-049E-F3FF-3694-D1D02AC0919E}"/>
              </a:ext>
            </a:extLst>
          </p:cNvPr>
          <p:cNvSpPr txBox="1"/>
          <p:nvPr/>
        </p:nvSpPr>
        <p:spPr>
          <a:xfrm>
            <a:off x="5186508" y="1766396"/>
            <a:ext cx="606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task</a:t>
            </a:r>
            <a:endParaRPr lang="pt-BR" dirty="0">
              <a:solidFill>
                <a:schemeClr val="bg1"/>
              </a:solidFill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B6DA226-9FBB-C2C0-EE5D-9388F47186F4}"/>
              </a:ext>
            </a:extLst>
          </p:cNvPr>
          <p:cNvGrpSpPr/>
          <p:nvPr/>
        </p:nvGrpSpPr>
        <p:grpSpPr>
          <a:xfrm>
            <a:off x="6453058" y="1250336"/>
            <a:ext cx="1620351" cy="1303241"/>
            <a:chOff x="6362307" y="2354344"/>
            <a:chExt cx="2694573" cy="216723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7F65E31-063F-A836-D210-1C539A753794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5374B3EB-5B23-D3E8-C3D7-144211291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55E37D75-BA55-D813-D4FA-B567A2667300}"/>
                </a:ext>
              </a:extLst>
            </p:cNvPr>
            <p:cNvSpPr txBox="1"/>
            <p:nvPr/>
          </p:nvSpPr>
          <p:spPr>
            <a:xfrm>
              <a:off x="6761650" y="3533791"/>
              <a:ext cx="2295230" cy="987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worker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Retângulo Arredondado 18">
            <a:extLst>
              <a:ext uri="{FF2B5EF4-FFF2-40B4-BE49-F238E27FC236}">
                <a16:creationId xmlns:a16="http://schemas.microsoft.com/office/drawing/2014/main" id="{B526EE91-83ED-21F4-F6BA-0A06EB2B4593}"/>
              </a:ext>
            </a:extLst>
          </p:cNvPr>
          <p:cNvSpPr/>
          <p:nvPr/>
        </p:nvSpPr>
        <p:spPr>
          <a:xfrm>
            <a:off x="4763088" y="3173548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7E3066D-013E-3279-2AD3-E30D5BBF6FF5}"/>
              </a:ext>
            </a:extLst>
          </p:cNvPr>
          <p:cNvSpPr txBox="1"/>
          <p:nvPr/>
        </p:nvSpPr>
        <p:spPr>
          <a:xfrm>
            <a:off x="5186508" y="3228132"/>
            <a:ext cx="606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task</a:t>
            </a:r>
            <a:endParaRPr lang="pt-BR" dirty="0">
              <a:solidFill>
                <a:schemeClr val="bg1"/>
              </a:solidFill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F2175DB8-8D76-86B8-48AB-5F6159DE5B99}"/>
              </a:ext>
            </a:extLst>
          </p:cNvPr>
          <p:cNvGrpSpPr/>
          <p:nvPr/>
        </p:nvGrpSpPr>
        <p:grpSpPr>
          <a:xfrm>
            <a:off x="6453058" y="2712072"/>
            <a:ext cx="1620351" cy="1303241"/>
            <a:chOff x="6362307" y="2354344"/>
            <a:chExt cx="2694573" cy="216723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EBF9834-0700-3967-F961-6C68AD1B314E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AE30237F-9555-A412-4645-D0ACC84A3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0CE321D9-6181-E841-E409-4618E6CFCD5D}"/>
                </a:ext>
              </a:extLst>
            </p:cNvPr>
            <p:cNvSpPr txBox="1"/>
            <p:nvPr/>
          </p:nvSpPr>
          <p:spPr>
            <a:xfrm>
              <a:off x="6761650" y="3533791"/>
              <a:ext cx="2295230" cy="987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worker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C90F4C77-5D04-0210-84C9-EF32AF2EADD8}"/>
              </a:ext>
            </a:extLst>
          </p:cNvPr>
          <p:cNvSpPr/>
          <p:nvPr/>
        </p:nvSpPr>
        <p:spPr>
          <a:xfrm>
            <a:off x="4763088" y="4724560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823A9CF-45D2-9217-DB56-A21937BF16B2}"/>
              </a:ext>
            </a:extLst>
          </p:cNvPr>
          <p:cNvSpPr txBox="1"/>
          <p:nvPr/>
        </p:nvSpPr>
        <p:spPr>
          <a:xfrm>
            <a:off x="5186508" y="4779144"/>
            <a:ext cx="606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task</a:t>
            </a:r>
            <a:endParaRPr lang="pt-BR" dirty="0">
              <a:solidFill>
                <a:schemeClr val="bg1"/>
              </a:solidFill>
            </a:endParaRP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6E00C37A-A960-0680-3FB7-EEF61B3EBB35}"/>
              </a:ext>
            </a:extLst>
          </p:cNvPr>
          <p:cNvGrpSpPr/>
          <p:nvPr/>
        </p:nvGrpSpPr>
        <p:grpSpPr>
          <a:xfrm>
            <a:off x="6453058" y="4263084"/>
            <a:ext cx="1620351" cy="1303241"/>
            <a:chOff x="6362307" y="2354344"/>
            <a:chExt cx="2694573" cy="216723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02046D0-610C-05B1-B816-0E82C09FCF78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85AC7ABD-39DD-3106-1D63-AFDEA9CC0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6299B8DC-4F0F-1587-1D48-DA450D29FB81}"/>
                </a:ext>
              </a:extLst>
            </p:cNvPr>
            <p:cNvSpPr txBox="1"/>
            <p:nvPr/>
          </p:nvSpPr>
          <p:spPr>
            <a:xfrm>
              <a:off x="6761650" y="3533791"/>
              <a:ext cx="2295230" cy="987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worker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37" name="Retângulo Arredondado 36">
            <a:extLst>
              <a:ext uri="{FF2B5EF4-FFF2-40B4-BE49-F238E27FC236}">
                <a16:creationId xmlns:a16="http://schemas.microsoft.com/office/drawing/2014/main" id="{9F43BBAB-37BF-CF2A-356E-85B3C892E4C9}"/>
              </a:ext>
            </a:extLst>
          </p:cNvPr>
          <p:cNvSpPr/>
          <p:nvPr/>
        </p:nvSpPr>
        <p:spPr>
          <a:xfrm>
            <a:off x="7981950" y="1711812"/>
            <a:ext cx="1381125" cy="3455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connector</a:t>
            </a:r>
            <a:endParaRPr lang="pt-BR" dirty="0"/>
          </a:p>
        </p:txBody>
      </p:sp>
      <p:sp>
        <p:nvSpPr>
          <p:cNvPr id="38" name="Retângulo Arredondado 37">
            <a:extLst>
              <a:ext uri="{FF2B5EF4-FFF2-40B4-BE49-F238E27FC236}">
                <a16:creationId xmlns:a16="http://schemas.microsoft.com/office/drawing/2014/main" id="{FE5D01D9-E942-BEBB-EB61-45BDA46935F0}"/>
              </a:ext>
            </a:extLst>
          </p:cNvPr>
          <p:cNvSpPr/>
          <p:nvPr/>
        </p:nvSpPr>
        <p:spPr>
          <a:xfrm>
            <a:off x="9599503" y="1336022"/>
            <a:ext cx="1016673" cy="109716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Data </a:t>
            </a:r>
          </a:p>
          <a:p>
            <a:pPr algn="ctr"/>
            <a:r>
              <a:rPr lang="pt-BR" dirty="0" err="1"/>
              <a:t>Source</a:t>
            </a:r>
            <a:endParaRPr lang="pt-BR" dirty="0"/>
          </a:p>
        </p:txBody>
      </p:sp>
      <p:sp>
        <p:nvSpPr>
          <p:cNvPr id="41" name="Retângulo Arredondado 40">
            <a:extLst>
              <a:ext uri="{FF2B5EF4-FFF2-40B4-BE49-F238E27FC236}">
                <a16:creationId xmlns:a16="http://schemas.microsoft.com/office/drawing/2014/main" id="{B3EEBE97-6D26-272C-99C7-FB7669E9629E}"/>
              </a:ext>
            </a:extLst>
          </p:cNvPr>
          <p:cNvSpPr/>
          <p:nvPr/>
        </p:nvSpPr>
        <p:spPr>
          <a:xfrm>
            <a:off x="7981950" y="3248524"/>
            <a:ext cx="1381125" cy="3455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connector</a:t>
            </a:r>
            <a:endParaRPr lang="pt-BR" dirty="0"/>
          </a:p>
        </p:txBody>
      </p:sp>
      <p:sp>
        <p:nvSpPr>
          <p:cNvPr id="42" name="Retângulo Arredondado 41">
            <a:extLst>
              <a:ext uri="{FF2B5EF4-FFF2-40B4-BE49-F238E27FC236}">
                <a16:creationId xmlns:a16="http://schemas.microsoft.com/office/drawing/2014/main" id="{24464D1E-D0A7-C6D4-3517-30A1D5B51577}"/>
              </a:ext>
            </a:extLst>
          </p:cNvPr>
          <p:cNvSpPr/>
          <p:nvPr/>
        </p:nvSpPr>
        <p:spPr>
          <a:xfrm>
            <a:off x="9599503" y="2872734"/>
            <a:ext cx="1016673" cy="109716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Data </a:t>
            </a:r>
          </a:p>
          <a:p>
            <a:pPr algn="ctr"/>
            <a:r>
              <a:rPr lang="pt-BR" dirty="0" err="1"/>
              <a:t>Source</a:t>
            </a:r>
            <a:endParaRPr lang="pt-BR" dirty="0"/>
          </a:p>
        </p:txBody>
      </p:sp>
      <p:sp>
        <p:nvSpPr>
          <p:cNvPr id="43" name="Retângulo Arredondado 42">
            <a:extLst>
              <a:ext uri="{FF2B5EF4-FFF2-40B4-BE49-F238E27FC236}">
                <a16:creationId xmlns:a16="http://schemas.microsoft.com/office/drawing/2014/main" id="{D76AD85F-6FD3-6743-DF7C-1BDC9C43F623}"/>
              </a:ext>
            </a:extLst>
          </p:cNvPr>
          <p:cNvSpPr/>
          <p:nvPr/>
        </p:nvSpPr>
        <p:spPr>
          <a:xfrm>
            <a:off x="7981950" y="4754125"/>
            <a:ext cx="1381125" cy="3455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connector</a:t>
            </a:r>
            <a:endParaRPr lang="pt-BR" dirty="0"/>
          </a:p>
        </p:txBody>
      </p:sp>
      <p:sp>
        <p:nvSpPr>
          <p:cNvPr id="44" name="Retângulo Arredondado 43">
            <a:extLst>
              <a:ext uri="{FF2B5EF4-FFF2-40B4-BE49-F238E27FC236}">
                <a16:creationId xmlns:a16="http://schemas.microsoft.com/office/drawing/2014/main" id="{9BBB158D-5CFA-8EA5-6235-9E94A68ED2B1}"/>
              </a:ext>
            </a:extLst>
          </p:cNvPr>
          <p:cNvSpPr/>
          <p:nvPr/>
        </p:nvSpPr>
        <p:spPr>
          <a:xfrm>
            <a:off x="9599503" y="4378335"/>
            <a:ext cx="1016673" cy="109716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Data </a:t>
            </a:r>
          </a:p>
          <a:p>
            <a:pPr algn="ctr"/>
            <a:r>
              <a:rPr lang="pt-BR" dirty="0" err="1"/>
              <a:t>Source</a:t>
            </a:r>
            <a:endParaRPr lang="pt-BR" dirty="0"/>
          </a:p>
        </p:txBody>
      </p:sp>
      <p:pic>
        <p:nvPicPr>
          <p:cNvPr id="47" name="Imagem 46">
            <a:extLst>
              <a:ext uri="{FF2B5EF4-FFF2-40B4-BE49-F238E27FC236}">
                <a16:creationId xmlns:a16="http://schemas.microsoft.com/office/drawing/2014/main" id="{F9DA67B4-DA43-8429-F929-30285DDB6E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2FE9783D-ED26-6929-3081-50C460D1CC94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5CD88FA1-5B77-1216-29CA-0B16CD14B004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7669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E785-E3FB-FC15-D343-CF5DAAEC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C92ED85E-726B-6E23-6D5C-56FAB6FF43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0184F81-2161-A53F-E585-CB5416E3F0F2}"/>
              </a:ext>
            </a:extLst>
          </p:cNvPr>
          <p:cNvGrpSpPr/>
          <p:nvPr/>
        </p:nvGrpSpPr>
        <p:grpSpPr>
          <a:xfrm>
            <a:off x="3799330" y="2354344"/>
            <a:ext cx="2149311" cy="2149311"/>
            <a:chOff x="6362307" y="2354344"/>
            <a:chExt cx="2149311" cy="21493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A276B48-952A-E0D7-E4A2-A971EE2EC7BC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50989A4B-1394-0E0F-3CAA-18B1BF559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DDD28DC0-3ADD-4734-292A-515AF0F99F07}"/>
                </a:ext>
              </a:extLst>
            </p:cNvPr>
            <p:cNvSpPr txBox="1"/>
            <p:nvPr/>
          </p:nvSpPr>
          <p:spPr>
            <a:xfrm>
              <a:off x="6761650" y="3533790"/>
              <a:ext cx="1382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Coordinator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850F99DB-A247-30C8-0098-814142DF3E8D}"/>
              </a:ext>
            </a:extLst>
          </p:cNvPr>
          <p:cNvSpPr/>
          <p:nvPr/>
        </p:nvSpPr>
        <p:spPr>
          <a:xfrm>
            <a:off x="7989495" y="1729199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F765C1-72D4-A75B-FE6E-010BA1E78E2F}"/>
              </a:ext>
            </a:extLst>
          </p:cNvPr>
          <p:cNvSpPr txBox="1"/>
          <p:nvPr/>
        </p:nvSpPr>
        <p:spPr>
          <a:xfrm>
            <a:off x="7985662" y="1783783"/>
            <a:ext cx="1473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result</a:t>
            </a:r>
            <a:endParaRPr lang="pt-BR" dirty="0">
              <a:solidFill>
                <a:schemeClr val="bg1"/>
              </a:solidFill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2AE14A9-5F02-6527-49A8-1AEABC4F0314}"/>
              </a:ext>
            </a:extLst>
          </p:cNvPr>
          <p:cNvGrpSpPr/>
          <p:nvPr/>
        </p:nvGrpSpPr>
        <p:grpSpPr>
          <a:xfrm>
            <a:off x="6453058" y="1250336"/>
            <a:ext cx="1620351" cy="1303241"/>
            <a:chOff x="6362307" y="2354344"/>
            <a:chExt cx="2694573" cy="216723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0F60C19-5299-16A5-1AEA-39613062680D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F5879D7F-8188-8BB1-EED6-BABD1C88E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214BBC0E-3FAA-4143-64D6-FB4003DF4C92}"/>
                </a:ext>
              </a:extLst>
            </p:cNvPr>
            <p:cNvSpPr txBox="1"/>
            <p:nvPr/>
          </p:nvSpPr>
          <p:spPr>
            <a:xfrm>
              <a:off x="6761650" y="3533791"/>
              <a:ext cx="2295230" cy="987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worker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Retângulo Arredondado 18">
            <a:extLst>
              <a:ext uri="{FF2B5EF4-FFF2-40B4-BE49-F238E27FC236}">
                <a16:creationId xmlns:a16="http://schemas.microsoft.com/office/drawing/2014/main" id="{279D2502-4377-0B1E-807F-67129C86309E}"/>
              </a:ext>
            </a:extLst>
          </p:cNvPr>
          <p:cNvSpPr/>
          <p:nvPr/>
        </p:nvSpPr>
        <p:spPr>
          <a:xfrm>
            <a:off x="7989495" y="3190935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FDF9C483-01FB-5D76-6CF0-D67C3E2E6163}"/>
              </a:ext>
            </a:extLst>
          </p:cNvPr>
          <p:cNvGrpSpPr/>
          <p:nvPr/>
        </p:nvGrpSpPr>
        <p:grpSpPr>
          <a:xfrm>
            <a:off x="6453058" y="2712072"/>
            <a:ext cx="1620351" cy="1303241"/>
            <a:chOff x="6362307" y="2354344"/>
            <a:chExt cx="2694573" cy="216723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CA195A8-B7C5-AAF8-8C8E-BAEE19DFEAC7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11F71977-DC0E-BC79-1C9C-6B4C3EB48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0EF639C8-0436-73D9-BABD-5FB19FAA74B6}"/>
                </a:ext>
              </a:extLst>
            </p:cNvPr>
            <p:cNvSpPr txBox="1"/>
            <p:nvPr/>
          </p:nvSpPr>
          <p:spPr>
            <a:xfrm>
              <a:off x="6761650" y="3533791"/>
              <a:ext cx="2295230" cy="987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worker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A59CC1EC-AD0F-2DB0-B862-6408477B0F4F}"/>
              </a:ext>
            </a:extLst>
          </p:cNvPr>
          <p:cNvSpPr/>
          <p:nvPr/>
        </p:nvSpPr>
        <p:spPr>
          <a:xfrm>
            <a:off x="7989495" y="4741947"/>
            <a:ext cx="1469930" cy="460766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1C9825A1-8827-AC9B-63E0-6720CB71CADD}"/>
              </a:ext>
            </a:extLst>
          </p:cNvPr>
          <p:cNvGrpSpPr/>
          <p:nvPr/>
        </p:nvGrpSpPr>
        <p:grpSpPr>
          <a:xfrm>
            <a:off x="6453058" y="4263084"/>
            <a:ext cx="1620351" cy="1303241"/>
            <a:chOff x="6362307" y="2354344"/>
            <a:chExt cx="2694573" cy="216723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A9C923A-F4AD-252B-1545-EA7C495009A9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94827085-DE30-CDCC-465A-36D3E1DF9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F89E67C5-373B-3316-1190-6D44F9358865}"/>
                </a:ext>
              </a:extLst>
            </p:cNvPr>
            <p:cNvSpPr txBox="1"/>
            <p:nvPr/>
          </p:nvSpPr>
          <p:spPr>
            <a:xfrm>
              <a:off x="6761650" y="3533791"/>
              <a:ext cx="2295230" cy="987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worker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5ADB4E-B0E3-BABF-9AB3-E4B848F35B5A}"/>
              </a:ext>
            </a:extLst>
          </p:cNvPr>
          <p:cNvSpPr txBox="1"/>
          <p:nvPr/>
        </p:nvSpPr>
        <p:spPr>
          <a:xfrm>
            <a:off x="7985661" y="3244333"/>
            <a:ext cx="1473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result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E9B6F83-E9AD-13F1-6F5A-456666B27266}"/>
              </a:ext>
            </a:extLst>
          </p:cNvPr>
          <p:cNvSpPr txBox="1"/>
          <p:nvPr/>
        </p:nvSpPr>
        <p:spPr>
          <a:xfrm>
            <a:off x="7985661" y="4792701"/>
            <a:ext cx="1473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result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E222234-BA70-DA51-CCAD-FC548CF66EE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3D7106E-F27E-CB00-F96F-EEA3B0025898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303F1730-10DF-FFC2-0808-711ED84D805E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394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0EFA4-98A3-05D7-76C8-CDD27343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127EDE2-DA70-1EF1-A63A-D077E04B5FA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F6CBD6A-A8B4-1FDD-4CBD-AA4A1600A5D4}"/>
              </a:ext>
            </a:extLst>
          </p:cNvPr>
          <p:cNvGrpSpPr/>
          <p:nvPr/>
        </p:nvGrpSpPr>
        <p:grpSpPr>
          <a:xfrm>
            <a:off x="3799330" y="2354344"/>
            <a:ext cx="2149311" cy="2149311"/>
            <a:chOff x="6362307" y="2354344"/>
            <a:chExt cx="2149311" cy="21493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F1C0CA4-6CA9-F08D-3FDD-CFE8A01C159A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9C14C76D-DF16-6BA9-4578-47BF8D83F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BB7079A-6B47-FC99-2449-73F8B57657A8}"/>
                </a:ext>
              </a:extLst>
            </p:cNvPr>
            <p:cNvSpPr txBox="1"/>
            <p:nvPr/>
          </p:nvSpPr>
          <p:spPr>
            <a:xfrm>
              <a:off x="6761650" y="3533790"/>
              <a:ext cx="1382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Coordinator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63D79412-0152-98C2-E8F9-1794E9039811}"/>
              </a:ext>
            </a:extLst>
          </p:cNvPr>
          <p:cNvSpPr/>
          <p:nvPr/>
        </p:nvSpPr>
        <p:spPr>
          <a:xfrm>
            <a:off x="6513120" y="4595948"/>
            <a:ext cx="1469930" cy="88165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DB2ED135-F2AD-EC9B-DDF8-EDC74E9B45FF}"/>
              </a:ext>
            </a:extLst>
          </p:cNvPr>
          <p:cNvGrpSpPr/>
          <p:nvPr/>
        </p:nvGrpSpPr>
        <p:grpSpPr>
          <a:xfrm>
            <a:off x="8300908" y="4320709"/>
            <a:ext cx="1620351" cy="1303241"/>
            <a:chOff x="6362307" y="2354344"/>
            <a:chExt cx="2694573" cy="216723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45A31F3-F1BB-5C1B-0FF2-1C01DE6A5B29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22281268-289B-8B2C-4970-5476B1D60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D40BD8F2-3CEE-64F2-5231-2253AE4D1D76}"/>
                </a:ext>
              </a:extLst>
            </p:cNvPr>
            <p:cNvSpPr txBox="1"/>
            <p:nvPr/>
          </p:nvSpPr>
          <p:spPr>
            <a:xfrm>
              <a:off x="6761650" y="3533791"/>
              <a:ext cx="2295230" cy="987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worker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46D206-58B8-87D3-5180-071C8417B5A2}"/>
              </a:ext>
            </a:extLst>
          </p:cNvPr>
          <p:cNvSpPr txBox="1"/>
          <p:nvPr/>
        </p:nvSpPr>
        <p:spPr>
          <a:xfrm>
            <a:off x="6513120" y="4713608"/>
            <a:ext cx="1473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stage</a:t>
            </a:r>
            <a:r>
              <a:rPr lang="pt-BR" dirty="0">
                <a:solidFill>
                  <a:schemeClr val="bg1"/>
                </a:solidFill>
              </a:rPr>
              <a:t> 1</a:t>
            </a:r>
          </a:p>
          <a:p>
            <a:pPr algn="ctr"/>
            <a:r>
              <a:rPr lang="pt-BR" dirty="0" err="1">
                <a:solidFill>
                  <a:schemeClr val="bg1"/>
                </a:solidFill>
              </a:rPr>
              <a:t>result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67BAF5B-7095-553B-B7F3-02218B1117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4CAD6E-E1A4-88CD-150A-D22AA6278AD3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8F777BF-69BF-360A-384E-E522E5A5AFAC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8738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54B55-DC79-0573-4E03-66CB4224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AF611E23-BEC7-C5B3-6C9C-C58DBA44B2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4D6D0BF-51CA-E33E-79AB-BE25E899F79E}"/>
              </a:ext>
            </a:extLst>
          </p:cNvPr>
          <p:cNvGrpSpPr/>
          <p:nvPr/>
        </p:nvGrpSpPr>
        <p:grpSpPr>
          <a:xfrm>
            <a:off x="8469866" y="2354344"/>
            <a:ext cx="2149311" cy="2149311"/>
            <a:chOff x="6362307" y="2354344"/>
            <a:chExt cx="2149311" cy="21493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34AF4F7-46D0-8984-6D7F-C7FA5CE734BB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18F2990C-55E5-6D63-A897-0EF7730A8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C972C8B1-9E4D-B5F1-7D5A-F99AE37CC4BA}"/>
                </a:ext>
              </a:extLst>
            </p:cNvPr>
            <p:cNvSpPr txBox="1"/>
            <p:nvPr/>
          </p:nvSpPr>
          <p:spPr>
            <a:xfrm>
              <a:off x="6761650" y="3533790"/>
              <a:ext cx="1382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Coordinator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A205CE8D-9B39-8CED-DB47-5C76D008F841}"/>
              </a:ext>
            </a:extLst>
          </p:cNvPr>
          <p:cNvSpPr/>
          <p:nvPr/>
        </p:nvSpPr>
        <p:spPr>
          <a:xfrm>
            <a:off x="6513120" y="3092964"/>
            <a:ext cx="1469930" cy="88165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D7A10165-30F7-7F39-8CC9-0BF1BF8D3AF2}"/>
              </a:ext>
            </a:extLst>
          </p:cNvPr>
          <p:cNvGrpSpPr/>
          <p:nvPr/>
        </p:nvGrpSpPr>
        <p:grpSpPr>
          <a:xfrm>
            <a:off x="4733840" y="2882168"/>
            <a:ext cx="1620351" cy="1303241"/>
            <a:chOff x="6362307" y="2354344"/>
            <a:chExt cx="2694573" cy="216723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1BCAE07-62E4-66E6-9818-77CE6DF94C08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D04B8EF8-C723-7862-15AE-15C6EDCB3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8E450BB4-E4F6-2D23-3BDE-CEA8717810D0}"/>
                </a:ext>
              </a:extLst>
            </p:cNvPr>
            <p:cNvSpPr txBox="1"/>
            <p:nvPr/>
          </p:nvSpPr>
          <p:spPr>
            <a:xfrm>
              <a:off x="6761650" y="3533791"/>
              <a:ext cx="2295230" cy="987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worker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E497F732-1AE1-F6F1-5B72-E541782EE231}"/>
              </a:ext>
            </a:extLst>
          </p:cNvPr>
          <p:cNvSpPr txBox="1"/>
          <p:nvPr/>
        </p:nvSpPr>
        <p:spPr>
          <a:xfrm>
            <a:off x="6513120" y="3210624"/>
            <a:ext cx="1473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stage</a:t>
            </a:r>
            <a:r>
              <a:rPr lang="pt-BR" dirty="0">
                <a:solidFill>
                  <a:schemeClr val="bg1"/>
                </a:solidFill>
              </a:rPr>
              <a:t> 1</a:t>
            </a:r>
          </a:p>
          <a:p>
            <a:pPr algn="ctr"/>
            <a:r>
              <a:rPr lang="pt-BR" dirty="0" err="1">
                <a:solidFill>
                  <a:schemeClr val="bg1"/>
                </a:solidFill>
              </a:rPr>
              <a:t>result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2825003-A36E-4F81-1EE7-009A5C0E82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C60CB3B-79B7-4296-09BC-D51509599CFB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31AFCA2-D205-C1C3-A58B-C0096FBDE326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464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2FE59-B11F-8D8D-9C9E-19905CF3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15986F1A-8E41-87A9-3790-50DB53254AD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CE43088-8A65-E8AE-87F9-912126C79E0F}"/>
              </a:ext>
            </a:extLst>
          </p:cNvPr>
          <p:cNvGrpSpPr/>
          <p:nvPr/>
        </p:nvGrpSpPr>
        <p:grpSpPr>
          <a:xfrm>
            <a:off x="8469866" y="2354344"/>
            <a:ext cx="2149311" cy="2149311"/>
            <a:chOff x="6362307" y="2354344"/>
            <a:chExt cx="2149311" cy="21493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5143888-E671-2198-F6C8-99D54A740266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4FB9C34F-409D-F7BC-66BC-019EAEAE6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F46AD804-E082-0B5C-D6C0-A0E69211FCDE}"/>
                </a:ext>
              </a:extLst>
            </p:cNvPr>
            <p:cNvSpPr txBox="1"/>
            <p:nvPr/>
          </p:nvSpPr>
          <p:spPr>
            <a:xfrm>
              <a:off x="6761650" y="3533790"/>
              <a:ext cx="1382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Coordinator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A5D9D77C-D9F9-9312-C14B-E43DBCC6E706}"/>
              </a:ext>
            </a:extLst>
          </p:cNvPr>
          <p:cNvSpPr/>
          <p:nvPr/>
        </p:nvSpPr>
        <p:spPr>
          <a:xfrm>
            <a:off x="6505317" y="2378798"/>
            <a:ext cx="1469930" cy="88165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9BD0A20B-4020-DE85-894D-DCD5C9DBEEFC}"/>
              </a:ext>
            </a:extLst>
          </p:cNvPr>
          <p:cNvGrpSpPr/>
          <p:nvPr/>
        </p:nvGrpSpPr>
        <p:grpSpPr>
          <a:xfrm>
            <a:off x="4726037" y="2168002"/>
            <a:ext cx="1620351" cy="1303241"/>
            <a:chOff x="6362307" y="2354344"/>
            <a:chExt cx="2694573" cy="216723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D88B9A6-D280-484D-B2C7-6FCC88A45A25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79B3D326-1D0C-AD68-C579-426A7F02A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664DB8D2-8C4D-65D1-71E0-8E225CDA0524}"/>
                </a:ext>
              </a:extLst>
            </p:cNvPr>
            <p:cNvSpPr txBox="1"/>
            <p:nvPr/>
          </p:nvSpPr>
          <p:spPr>
            <a:xfrm>
              <a:off x="6761650" y="3533791"/>
              <a:ext cx="2295230" cy="987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worker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047169-B66F-8746-9A4B-E8EEDAE615D8}"/>
              </a:ext>
            </a:extLst>
          </p:cNvPr>
          <p:cNvSpPr txBox="1"/>
          <p:nvPr/>
        </p:nvSpPr>
        <p:spPr>
          <a:xfrm>
            <a:off x="6505317" y="2496458"/>
            <a:ext cx="1473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stage</a:t>
            </a:r>
            <a:r>
              <a:rPr lang="pt-BR" dirty="0">
                <a:solidFill>
                  <a:schemeClr val="bg1"/>
                </a:solidFill>
              </a:rPr>
              <a:t> 1</a:t>
            </a:r>
          </a:p>
          <a:p>
            <a:pPr algn="ctr"/>
            <a:r>
              <a:rPr lang="pt-BR" dirty="0" err="1">
                <a:solidFill>
                  <a:schemeClr val="bg1"/>
                </a:solidFill>
              </a:rPr>
              <a:t>result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9242D3F0-EFCE-4A57-BAD6-803BF85E2550}"/>
              </a:ext>
            </a:extLst>
          </p:cNvPr>
          <p:cNvSpPr/>
          <p:nvPr/>
        </p:nvSpPr>
        <p:spPr>
          <a:xfrm>
            <a:off x="6501484" y="3739664"/>
            <a:ext cx="1469930" cy="88165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96BCEE8-2117-E014-A338-A0891BE64EDE}"/>
              </a:ext>
            </a:extLst>
          </p:cNvPr>
          <p:cNvGrpSpPr/>
          <p:nvPr/>
        </p:nvGrpSpPr>
        <p:grpSpPr>
          <a:xfrm>
            <a:off x="4722204" y="3528868"/>
            <a:ext cx="1620351" cy="1303241"/>
            <a:chOff x="6362307" y="2354344"/>
            <a:chExt cx="2694573" cy="216723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543186D-8CB7-A827-BE92-D2C7D13AD6BA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7E327BCD-E105-F72B-5BB3-83B1DD0EB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F59B7DC2-366C-1971-3141-52413B362F38}"/>
                </a:ext>
              </a:extLst>
            </p:cNvPr>
            <p:cNvSpPr txBox="1"/>
            <p:nvPr/>
          </p:nvSpPr>
          <p:spPr>
            <a:xfrm>
              <a:off x="6761650" y="3533791"/>
              <a:ext cx="2295230" cy="987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worker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9FD828F-2E5A-9223-C47A-326567F0768F}"/>
              </a:ext>
            </a:extLst>
          </p:cNvPr>
          <p:cNvSpPr txBox="1"/>
          <p:nvPr/>
        </p:nvSpPr>
        <p:spPr>
          <a:xfrm>
            <a:off x="6501484" y="3857324"/>
            <a:ext cx="1473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stage</a:t>
            </a:r>
            <a:r>
              <a:rPr lang="pt-BR" dirty="0">
                <a:solidFill>
                  <a:schemeClr val="bg1"/>
                </a:solidFill>
              </a:rPr>
              <a:t> 2</a:t>
            </a:r>
          </a:p>
          <a:p>
            <a:pPr algn="ctr"/>
            <a:r>
              <a:rPr lang="pt-BR" dirty="0" err="1">
                <a:solidFill>
                  <a:schemeClr val="bg1"/>
                </a:solidFill>
              </a:rPr>
              <a:t>result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7BDEB06-B930-2821-D008-D6B3EE6CF2E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5AB139E1-3572-3A17-725A-2BCDB6AA40BC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2B23600A-F1A1-B0A9-D194-357508E2B72C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983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A715-068C-EEFD-5A64-98CEFF1A9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2D34BCC-8378-208A-889E-BF22F01E1F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BD88A07-0DB1-7073-2959-57E7CC2CFB05}"/>
              </a:ext>
            </a:extLst>
          </p:cNvPr>
          <p:cNvGrpSpPr/>
          <p:nvPr/>
        </p:nvGrpSpPr>
        <p:grpSpPr>
          <a:xfrm>
            <a:off x="4116941" y="2354344"/>
            <a:ext cx="2149311" cy="2149311"/>
            <a:chOff x="6362307" y="2354344"/>
            <a:chExt cx="2149311" cy="214931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C764F70-98EF-94D1-EDC6-1CCF2869E639}"/>
                </a:ext>
              </a:extLst>
            </p:cNvPr>
            <p:cNvSpPr/>
            <p:nvPr/>
          </p:nvSpPr>
          <p:spPr>
            <a:xfrm>
              <a:off x="6362307" y="2354344"/>
              <a:ext cx="2149311" cy="214931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511AF951-79A0-69F7-78A6-62D1E168A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2195" y="2768931"/>
              <a:ext cx="789531" cy="764859"/>
            </a:xfrm>
            <a:prstGeom prst="rect">
              <a:avLst/>
            </a:prstGeom>
            <a:effectLst>
              <a:outerShdw blurRad="2152" sx="96629" sy="96629" algn="ctr" rotWithShape="0">
                <a:srgbClr val="000000">
                  <a:alpha val="54177"/>
                </a:srgbClr>
              </a:outerShdw>
            </a:effec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376A12CD-E76C-F3D4-CA3D-DDD1155165A6}"/>
                </a:ext>
              </a:extLst>
            </p:cNvPr>
            <p:cNvSpPr txBox="1"/>
            <p:nvPr/>
          </p:nvSpPr>
          <p:spPr>
            <a:xfrm>
              <a:off x="6761650" y="3533790"/>
              <a:ext cx="1382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solidFill>
                    <a:schemeClr val="bg1"/>
                  </a:solidFill>
                </a:rPr>
                <a:t>Coordinator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084B1F47-073D-5BDA-C0F9-BCBA0093B198}"/>
              </a:ext>
            </a:extLst>
          </p:cNvPr>
          <p:cNvSpPr/>
          <p:nvPr/>
        </p:nvSpPr>
        <p:spPr>
          <a:xfrm>
            <a:off x="6509544" y="2781162"/>
            <a:ext cx="1843031" cy="1134191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5A7EBC-0C24-AB5A-288B-C740E93951BC}"/>
              </a:ext>
            </a:extLst>
          </p:cNvPr>
          <p:cNvSpPr txBox="1"/>
          <p:nvPr/>
        </p:nvSpPr>
        <p:spPr>
          <a:xfrm>
            <a:off x="6584047" y="2932760"/>
            <a:ext cx="1768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</a:rPr>
              <a:t>return</a:t>
            </a:r>
            <a:endParaRPr lang="pt-BR" sz="2400" dirty="0">
              <a:solidFill>
                <a:schemeClr val="bg1"/>
              </a:solidFill>
            </a:endParaRPr>
          </a:p>
          <a:p>
            <a:pPr algn="ctr"/>
            <a:r>
              <a:rPr lang="pt-BR" sz="2400" dirty="0" err="1">
                <a:solidFill>
                  <a:schemeClr val="bg1"/>
                </a:solidFill>
              </a:rPr>
              <a:t>request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14" name="Retângulo Arredondado 13">
            <a:extLst>
              <a:ext uri="{FF2B5EF4-FFF2-40B4-BE49-F238E27FC236}">
                <a16:creationId xmlns:a16="http://schemas.microsoft.com/office/drawing/2014/main" id="{2A8E3DE2-5AC5-F9C1-E940-488CE06ECEEF}"/>
              </a:ext>
            </a:extLst>
          </p:cNvPr>
          <p:cNvSpPr/>
          <p:nvPr/>
        </p:nvSpPr>
        <p:spPr>
          <a:xfrm>
            <a:off x="8808928" y="2799673"/>
            <a:ext cx="1016673" cy="109716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client</a:t>
            </a:r>
            <a:endParaRPr lang="pt-B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CF5CB0C-9186-0294-07D8-E0A686D5AC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924921-5756-7E89-A543-395CF0EB12B9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09E75E8B-DEBA-80B6-FAD6-40AFC2DA28B2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329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4769F-C8C2-E686-F5EA-939FD232B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DE82CA3-ECF7-4AF4-D178-FA238DCB49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2050FB9-496E-27AB-1896-AE6FE44D37D7}"/>
              </a:ext>
            </a:extLst>
          </p:cNvPr>
          <p:cNvSpPr txBox="1"/>
          <p:nvPr/>
        </p:nvSpPr>
        <p:spPr>
          <a:xfrm>
            <a:off x="5265336" y="2019719"/>
            <a:ext cx="75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0E4446-5DD8-E1A1-DA04-9C74FF17D538}"/>
              </a:ext>
            </a:extLst>
          </p:cNvPr>
          <p:cNvSpPr txBox="1"/>
          <p:nvPr/>
        </p:nvSpPr>
        <p:spPr>
          <a:xfrm>
            <a:off x="7839389" y="2019719"/>
            <a:ext cx="80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E9A8E71-578A-4465-FD0B-7C09B51F229C}"/>
              </a:ext>
            </a:extLst>
          </p:cNvPr>
          <p:cNvSpPr txBox="1"/>
          <p:nvPr/>
        </p:nvSpPr>
        <p:spPr>
          <a:xfrm>
            <a:off x="4741419" y="2800452"/>
            <a:ext cx="19862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 err="1"/>
              <a:t>Federated</a:t>
            </a:r>
            <a:r>
              <a:rPr lang="pt-BR" dirty="0"/>
              <a:t> queries</a:t>
            </a:r>
          </a:p>
          <a:p>
            <a:pPr algn="r"/>
            <a:r>
              <a:rPr lang="pt-BR" dirty="0"/>
              <a:t>Performance</a:t>
            </a:r>
          </a:p>
          <a:p>
            <a:pPr algn="r"/>
            <a:r>
              <a:rPr lang="pt-BR" dirty="0" err="1"/>
              <a:t>Scalability</a:t>
            </a:r>
            <a:endParaRPr lang="pt-BR" dirty="0"/>
          </a:p>
          <a:p>
            <a:pPr algn="r"/>
            <a:r>
              <a:rPr lang="pt-BR" dirty="0"/>
              <a:t>Open-</a:t>
            </a:r>
            <a:r>
              <a:rPr lang="pt-BR" dirty="0" err="1"/>
              <a:t>Source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3AE013-934A-1B38-A889-14AE252AB316}"/>
              </a:ext>
            </a:extLst>
          </p:cNvPr>
          <p:cNvSpPr txBox="1"/>
          <p:nvPr/>
        </p:nvSpPr>
        <p:spPr>
          <a:xfrm>
            <a:off x="7462814" y="2800452"/>
            <a:ext cx="2997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Memory</a:t>
            </a:r>
            <a:r>
              <a:rPr lang="pt-BR" dirty="0"/>
              <a:t> </a:t>
            </a:r>
          </a:p>
          <a:p>
            <a:r>
              <a:rPr lang="pt-BR" dirty="0"/>
              <a:t>Complex </a:t>
            </a:r>
            <a:r>
              <a:rPr lang="pt-BR" dirty="0" err="1"/>
              <a:t>Resource</a:t>
            </a:r>
            <a:r>
              <a:rPr lang="pt-BR" dirty="0"/>
              <a:t> manager</a:t>
            </a:r>
          </a:p>
          <a:p>
            <a:endParaRPr lang="pt-BR" dirty="0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6357D314-30FE-6C71-9585-CFF7284405B8}"/>
              </a:ext>
            </a:extLst>
          </p:cNvPr>
          <p:cNvCxnSpPr>
            <a:cxnSpLocks/>
          </p:cNvCxnSpPr>
          <p:nvPr/>
        </p:nvCxnSpPr>
        <p:spPr>
          <a:xfrm>
            <a:off x="6997773" y="1939332"/>
            <a:ext cx="0" cy="33324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E57A6669-4D7D-7A57-A249-F829C24AAC08}"/>
              </a:ext>
            </a:extLst>
          </p:cNvPr>
          <p:cNvCxnSpPr>
            <a:cxnSpLocks/>
          </p:cNvCxnSpPr>
          <p:nvPr/>
        </p:nvCxnSpPr>
        <p:spPr>
          <a:xfrm flipH="1">
            <a:off x="5350681" y="2389051"/>
            <a:ext cx="3294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m 14">
            <a:extLst>
              <a:ext uri="{FF2B5EF4-FFF2-40B4-BE49-F238E27FC236}">
                <a16:creationId xmlns:a16="http://schemas.microsoft.com/office/drawing/2014/main" id="{B6EDEF82-D8AE-0EE7-E17F-84E37AF93C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7B81AF3-FFCD-EE13-081D-6F72447EB3AF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04D01F8C-7199-DC02-75EC-F7511B52A085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50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4C71-4E1F-E53A-4571-5D53A9B1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8DD74CF-E5E7-C1F5-B49A-954A378E78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82693BE-428F-5BB5-45F8-6A15C3C6F3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43E3D7E-3D1B-D55C-7893-07DDFDB976E5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C9C36E4-2501-C4A3-85A4-181EE613C84E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A9E6551D-1622-B3BD-3796-F8D856CA3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196" y="461643"/>
            <a:ext cx="7207312" cy="551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41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EE3F2-08DE-0B1A-ED89-3FECB0F6D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F2E7ABC-8E77-D34A-867E-8005DC31A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955" y="3573716"/>
            <a:ext cx="7772400" cy="28295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4F8964F-08E2-61B2-F3EB-4F75052C32A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>
            <a:off x="-4327411" y="249186"/>
            <a:ext cx="7862464" cy="761676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0000"/>
              </a:srgbClr>
            </a:outerShdw>
            <a:reflection endPos="10000" dist="50800" dir="5400000" sy="-100000" algn="bl" rotWithShape="0"/>
            <a:softEdge rad="21463"/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DBB0428-7C31-B659-8FE1-CB9984C75CC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4000"/>
          </a:blip>
          <a:stretch>
            <a:fillRect/>
          </a:stretch>
        </p:blipFill>
        <p:spPr>
          <a:xfrm>
            <a:off x="11791663" y="6470173"/>
            <a:ext cx="400337" cy="38782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F40C0C4-75C4-7C0D-2847-76B21AF49709}"/>
              </a:ext>
            </a:extLst>
          </p:cNvPr>
          <p:cNvSpPr txBox="1"/>
          <p:nvPr/>
        </p:nvSpPr>
        <p:spPr>
          <a:xfrm>
            <a:off x="8058333" y="6479420"/>
            <a:ext cx="373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L&amp;L –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nov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/2025 – Luis Fernando Neu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F6D99032-CB5C-8193-2E19-BEBAFBBD4E3E}"/>
              </a:ext>
            </a:extLst>
          </p:cNvPr>
          <p:cNvCxnSpPr>
            <a:cxnSpLocks/>
          </p:cNvCxnSpPr>
          <p:nvPr/>
        </p:nvCxnSpPr>
        <p:spPr>
          <a:xfrm>
            <a:off x="281354" y="6772589"/>
            <a:ext cx="11510309" cy="0"/>
          </a:xfrm>
          <a:prstGeom prst="line">
            <a:avLst/>
          </a:prstGeom>
          <a:ln>
            <a:solidFill>
              <a:schemeClr val="bg2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5F5B67D5-D3D6-E6C0-4E1C-96E63B477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7619" y="651645"/>
            <a:ext cx="7772400" cy="101185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586141-F32C-7E1E-ACEC-983E37DEEF3A}"/>
              </a:ext>
            </a:extLst>
          </p:cNvPr>
          <p:cNvSpPr txBox="1"/>
          <p:nvPr/>
        </p:nvSpPr>
        <p:spPr>
          <a:xfrm>
            <a:off x="5719762" y="2433943"/>
            <a:ext cx="4205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6"/>
              </a:rPr>
              <a:t>https://github.com/luisfneu/prestoDB/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26968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745</Words>
  <Application>Microsoft Macintosh PowerPoint</Application>
  <PresentationFormat>Widescreen</PresentationFormat>
  <Paragraphs>149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Neu</dc:creator>
  <cp:lastModifiedBy>Fernando Neu</cp:lastModifiedBy>
  <cp:revision>1</cp:revision>
  <dcterms:created xsi:type="dcterms:W3CDTF">2025-11-26T23:01:06Z</dcterms:created>
  <dcterms:modified xsi:type="dcterms:W3CDTF">2025-11-27T17:33:19Z</dcterms:modified>
</cp:coreProperties>
</file>